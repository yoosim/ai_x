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7" r:id="rId2"/>
    <p:sldId id="260" r:id="rId3"/>
    <p:sldId id="258" r:id="rId4"/>
    <p:sldId id="259" r:id="rId5"/>
  </p:sldIdLst>
  <p:sldSz cx="10691813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A8B80"/>
    <a:srgbClr val="2A2A2A"/>
    <a:srgbClr val="F7853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>
        <p:scale>
          <a:sx n="66" d="100"/>
          <a:sy n="66" d="100"/>
        </p:scale>
        <p:origin x="1620" y="8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8B20E-7489-41F6-B3EF-D69EA7A7F97B}" type="datetimeFigureOut">
              <a:rPr lang="ko-KR" altLang="en-US" smtClean="0"/>
              <a:t>2025-07-08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008CB-AF0F-479C-8552-D3F1BAD561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5056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8B20E-7489-41F6-B3EF-D69EA7A7F97B}" type="datetimeFigureOut">
              <a:rPr lang="ko-KR" altLang="en-US" smtClean="0"/>
              <a:t>2025-07-08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008CB-AF0F-479C-8552-D3F1BAD561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84786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82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8B20E-7489-41F6-B3EF-D69EA7A7F97B}" type="datetimeFigureOut">
              <a:rPr lang="ko-KR" altLang="en-US" smtClean="0"/>
              <a:t>2025-07-08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008CB-AF0F-479C-8552-D3F1BAD561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462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8B20E-7489-41F6-B3EF-D69EA7A7F97B}" type="datetimeFigureOut">
              <a:rPr lang="ko-KR" altLang="en-US" smtClean="0"/>
              <a:t>2025-07-08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008CB-AF0F-479C-8552-D3F1BAD561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959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8B20E-7489-41F6-B3EF-D69EA7A7F97B}" type="datetimeFigureOut">
              <a:rPr lang="ko-KR" altLang="en-US" smtClean="0"/>
              <a:t>2025-07-08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008CB-AF0F-479C-8552-D3F1BAD561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367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8B20E-7489-41F6-B3EF-D69EA7A7F97B}" type="datetimeFigureOut">
              <a:rPr lang="ko-KR" altLang="en-US" smtClean="0"/>
              <a:t>2025-07-08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008CB-AF0F-479C-8552-D3F1BAD561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552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8B20E-7489-41F6-B3EF-D69EA7A7F97B}" type="datetimeFigureOut">
              <a:rPr lang="ko-KR" altLang="en-US" smtClean="0"/>
              <a:t>2025-07-08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008CB-AF0F-479C-8552-D3F1BAD561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3871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8B20E-7489-41F6-B3EF-D69EA7A7F97B}" type="datetimeFigureOut">
              <a:rPr lang="ko-KR" altLang="en-US" smtClean="0"/>
              <a:t>2025-07-08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008CB-AF0F-479C-8552-D3F1BAD561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0088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8B20E-7489-41F6-B3EF-D69EA7A7F97B}" type="datetimeFigureOut">
              <a:rPr lang="ko-KR" altLang="en-US" smtClean="0"/>
              <a:t>2025-07-08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008CB-AF0F-479C-8552-D3F1BAD561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2050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8B20E-7489-41F6-B3EF-D69EA7A7F97B}" type="datetimeFigureOut">
              <a:rPr lang="ko-KR" altLang="en-US" smtClean="0"/>
              <a:t>2025-07-08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008CB-AF0F-479C-8552-D3F1BAD561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69524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8B20E-7489-41F6-B3EF-D69EA7A7F97B}" type="datetimeFigureOut">
              <a:rPr lang="ko-KR" altLang="en-US" smtClean="0"/>
              <a:t>2025-07-08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7008CB-AF0F-479C-8552-D3F1BAD561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2563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18B20E-7489-41F6-B3EF-D69EA7A7F97B}" type="datetimeFigureOut">
              <a:rPr lang="ko-KR" altLang="en-US" smtClean="0"/>
              <a:t>2025-07-08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7008CB-AF0F-479C-8552-D3F1BAD5617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C4A011C-F702-442E-DC70-75B01EDCC234}"/>
              </a:ext>
            </a:extLst>
          </p:cNvPr>
          <p:cNvSpPr/>
          <p:nvPr userDrawn="1"/>
        </p:nvSpPr>
        <p:spPr>
          <a:xfrm>
            <a:off x="-1398780" y="91931"/>
            <a:ext cx="1082675" cy="1082675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+mj-ea"/>
                <a:ea typeface="+mj-ea"/>
              </a:rPr>
              <a:t>&lt;</a:t>
            </a:r>
            <a:r>
              <a:rPr lang="ko-KR" altLang="en-US" sz="1400" dirty="0" err="1">
                <a:latin typeface="+mj-ea"/>
                <a:ea typeface="+mj-ea"/>
              </a:rPr>
              <a:t>글자색</a:t>
            </a:r>
            <a:r>
              <a:rPr lang="en-US" altLang="ko-KR" sz="1400" dirty="0">
                <a:latin typeface="+mj-ea"/>
                <a:ea typeface="+mj-ea"/>
              </a:rPr>
              <a:t>&gt;</a:t>
            </a: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# 2A2A2A</a:t>
            </a:r>
            <a:endParaRPr lang="ko-KR" altLang="en-US" sz="1400" dirty="0">
              <a:latin typeface="+mj-ea"/>
              <a:ea typeface="+mj-ea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8D5A15D-1482-E51F-0841-5A336D8BBBC3}"/>
              </a:ext>
            </a:extLst>
          </p:cNvPr>
          <p:cNvSpPr/>
          <p:nvPr userDrawn="1"/>
        </p:nvSpPr>
        <p:spPr>
          <a:xfrm>
            <a:off x="-1398780" y="1500043"/>
            <a:ext cx="1082675" cy="1082675"/>
          </a:xfrm>
          <a:prstGeom prst="rect">
            <a:avLst/>
          </a:prstGeom>
          <a:solidFill>
            <a:srgbClr val="F7853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+mj-ea"/>
                <a:ea typeface="+mj-ea"/>
              </a:rPr>
              <a:t>&lt;</a:t>
            </a:r>
            <a:r>
              <a:rPr lang="ko-KR" altLang="en-US" sz="1400" dirty="0" err="1">
                <a:latin typeface="+mj-ea"/>
                <a:ea typeface="+mj-ea"/>
              </a:rPr>
              <a:t>강조색</a:t>
            </a:r>
            <a:r>
              <a:rPr lang="en-US" altLang="ko-KR" sz="1400" dirty="0">
                <a:latin typeface="+mj-ea"/>
                <a:ea typeface="+mj-ea"/>
              </a:rPr>
              <a:t>1&gt;</a:t>
            </a: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#F78535</a:t>
            </a:r>
            <a:endParaRPr lang="ko-KR" altLang="en-US" sz="1400" dirty="0"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A7F10CE-6663-9184-7F92-C64A2606802A}"/>
              </a:ext>
            </a:extLst>
          </p:cNvPr>
          <p:cNvSpPr/>
          <p:nvPr userDrawn="1"/>
        </p:nvSpPr>
        <p:spPr>
          <a:xfrm>
            <a:off x="-1398780" y="2908155"/>
            <a:ext cx="1082675" cy="1082675"/>
          </a:xfrm>
          <a:prstGeom prst="rect">
            <a:avLst/>
          </a:prstGeom>
          <a:solidFill>
            <a:srgbClr val="9A8B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+mj-ea"/>
              </a:rPr>
              <a:t>&lt;</a:t>
            </a:r>
            <a:r>
              <a:rPr lang="ko-KR" altLang="en-US" sz="1400" dirty="0" err="1">
                <a:latin typeface="+mj-ea"/>
              </a:rPr>
              <a:t>강조색</a:t>
            </a:r>
            <a:r>
              <a:rPr lang="en-US" altLang="ko-KR" sz="1400" dirty="0">
                <a:latin typeface="+mj-ea"/>
              </a:rPr>
              <a:t>2&gt;</a:t>
            </a:r>
          </a:p>
          <a:p>
            <a:pPr algn="ctr"/>
            <a:r>
              <a:rPr lang="en-US" altLang="ko-KR" sz="1400" dirty="0">
                <a:latin typeface="+mj-ea"/>
              </a:rPr>
              <a:t>#9A8B80</a:t>
            </a:r>
            <a:endParaRPr lang="ko-KR" altLang="en-US" sz="1400" dirty="0">
              <a:latin typeface="+mj-ea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CDAD72D-976F-9C47-D754-1B8E39B17C80}"/>
              </a:ext>
            </a:extLst>
          </p:cNvPr>
          <p:cNvSpPr/>
          <p:nvPr userDrawn="1"/>
        </p:nvSpPr>
        <p:spPr>
          <a:xfrm>
            <a:off x="-1398780" y="4316267"/>
            <a:ext cx="1082675" cy="108267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j-ea"/>
                <a:ea typeface="+mj-ea"/>
              </a:rPr>
              <a:t>배경색</a:t>
            </a:r>
            <a:endParaRPr lang="en-US" altLang="ko-KR" sz="1400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solidFill>
                  <a:schemeClr val="tx1"/>
                </a:solidFill>
                <a:latin typeface="+mj-ea"/>
                <a:ea typeface="+mj-ea"/>
              </a:rPr>
              <a:t>#FFFFFF</a:t>
            </a:r>
            <a:endParaRPr lang="ko-KR" altLang="en-US" sz="1400" dirty="0">
              <a:solidFill>
                <a:schemeClr val="tx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4265617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07943" rtl="0" eaLnBrk="1" latinLnBrk="1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1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1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54B21B59-58CB-E6BC-4920-9A68550A9C88}"/>
              </a:ext>
            </a:extLst>
          </p:cNvPr>
          <p:cNvSpPr/>
          <p:nvPr/>
        </p:nvSpPr>
        <p:spPr>
          <a:xfrm>
            <a:off x="-1398780" y="91931"/>
            <a:ext cx="1082675" cy="1082675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+mj-ea"/>
                <a:ea typeface="+mj-ea"/>
              </a:rPr>
              <a:t>&lt;</a:t>
            </a:r>
            <a:r>
              <a:rPr lang="ko-KR" altLang="en-US" sz="1400" dirty="0" err="1">
                <a:latin typeface="+mj-ea"/>
                <a:ea typeface="+mj-ea"/>
              </a:rPr>
              <a:t>글자색</a:t>
            </a:r>
            <a:r>
              <a:rPr lang="en-US" altLang="ko-KR" sz="1400" dirty="0">
                <a:latin typeface="+mj-ea"/>
                <a:ea typeface="+mj-ea"/>
              </a:rPr>
              <a:t>&gt;</a:t>
            </a: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# 2A2A2A</a:t>
            </a:r>
            <a:endParaRPr lang="ko-KR" altLang="en-US" sz="1400" dirty="0">
              <a:latin typeface="+mj-ea"/>
              <a:ea typeface="+mj-ea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9B0737A-9AB1-A256-0018-C30AA65B67E7}"/>
              </a:ext>
            </a:extLst>
          </p:cNvPr>
          <p:cNvSpPr/>
          <p:nvPr/>
        </p:nvSpPr>
        <p:spPr>
          <a:xfrm>
            <a:off x="-1398780" y="1500043"/>
            <a:ext cx="1082675" cy="1082675"/>
          </a:xfrm>
          <a:prstGeom prst="rect">
            <a:avLst/>
          </a:prstGeom>
          <a:solidFill>
            <a:srgbClr val="F7853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+mj-ea"/>
                <a:ea typeface="+mj-ea"/>
              </a:rPr>
              <a:t>&lt;</a:t>
            </a:r>
            <a:r>
              <a:rPr lang="ko-KR" altLang="en-US" sz="1400" dirty="0" err="1">
                <a:latin typeface="+mj-ea"/>
                <a:ea typeface="+mj-ea"/>
              </a:rPr>
              <a:t>강조색</a:t>
            </a:r>
            <a:r>
              <a:rPr lang="en-US" altLang="ko-KR" sz="1400" dirty="0">
                <a:latin typeface="+mj-ea"/>
                <a:ea typeface="+mj-ea"/>
              </a:rPr>
              <a:t>1&gt;</a:t>
            </a:r>
          </a:p>
          <a:p>
            <a:pPr algn="ctr"/>
            <a:r>
              <a:rPr lang="en-US" altLang="ko-KR" sz="1400" dirty="0">
                <a:latin typeface="+mj-ea"/>
                <a:ea typeface="+mj-ea"/>
              </a:rPr>
              <a:t>#F78535</a:t>
            </a:r>
            <a:endParaRPr lang="ko-KR" altLang="en-US" sz="1400" dirty="0">
              <a:latin typeface="+mj-ea"/>
              <a:ea typeface="+mj-ea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CB07898-11BD-6925-B2BE-E68F46E0D90A}"/>
              </a:ext>
            </a:extLst>
          </p:cNvPr>
          <p:cNvSpPr/>
          <p:nvPr/>
        </p:nvSpPr>
        <p:spPr>
          <a:xfrm>
            <a:off x="-1398780" y="2908155"/>
            <a:ext cx="1082675" cy="1082675"/>
          </a:xfrm>
          <a:prstGeom prst="rect">
            <a:avLst/>
          </a:prstGeom>
          <a:solidFill>
            <a:srgbClr val="9A8B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latin typeface="+mj-ea"/>
              </a:rPr>
              <a:t>&lt;</a:t>
            </a:r>
            <a:r>
              <a:rPr lang="ko-KR" altLang="en-US" sz="1400" dirty="0" err="1">
                <a:latin typeface="+mj-ea"/>
              </a:rPr>
              <a:t>강조색</a:t>
            </a:r>
            <a:r>
              <a:rPr lang="en-US" altLang="ko-KR" sz="1400" dirty="0">
                <a:latin typeface="+mj-ea"/>
              </a:rPr>
              <a:t>2&gt;</a:t>
            </a:r>
          </a:p>
          <a:p>
            <a:pPr algn="ctr"/>
            <a:r>
              <a:rPr lang="en-US" altLang="ko-KR" sz="1400" dirty="0">
                <a:latin typeface="+mj-ea"/>
              </a:rPr>
              <a:t>#9A8B80</a:t>
            </a:r>
            <a:endParaRPr lang="ko-KR" altLang="en-US" sz="1400" dirty="0">
              <a:latin typeface="+mj-ea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2AFB9E1-4560-1565-8EE3-26A93A325EA1}"/>
              </a:ext>
            </a:extLst>
          </p:cNvPr>
          <p:cNvSpPr/>
          <p:nvPr/>
        </p:nvSpPr>
        <p:spPr>
          <a:xfrm>
            <a:off x="-1398780" y="4316267"/>
            <a:ext cx="1082675" cy="108267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1400" dirty="0">
                <a:solidFill>
                  <a:schemeClr val="tx1"/>
                </a:solidFill>
                <a:latin typeface="+mj-ea"/>
                <a:ea typeface="+mj-ea"/>
              </a:rPr>
              <a:t>배경색</a:t>
            </a:r>
            <a:endParaRPr lang="en-US" altLang="ko-KR" sz="1400" dirty="0">
              <a:solidFill>
                <a:schemeClr val="tx1"/>
              </a:solidFill>
              <a:latin typeface="+mj-ea"/>
              <a:ea typeface="+mj-ea"/>
            </a:endParaRPr>
          </a:p>
          <a:p>
            <a:pPr algn="ctr"/>
            <a:r>
              <a:rPr lang="en-US" altLang="ko-KR" sz="1400" dirty="0">
                <a:solidFill>
                  <a:schemeClr val="tx1"/>
                </a:solidFill>
                <a:latin typeface="+mj-ea"/>
                <a:ea typeface="+mj-ea"/>
              </a:rPr>
              <a:t>#FFFFFF</a:t>
            </a:r>
            <a:endParaRPr lang="ko-KR" altLang="en-US" sz="140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1576FC3-ED25-2405-71D8-CC81CD6CDA4C}"/>
              </a:ext>
            </a:extLst>
          </p:cNvPr>
          <p:cNvGrpSpPr/>
          <p:nvPr/>
        </p:nvGrpSpPr>
        <p:grpSpPr>
          <a:xfrm>
            <a:off x="5564838" y="0"/>
            <a:ext cx="6903748" cy="6903748"/>
            <a:chOff x="5564838" y="0"/>
            <a:chExt cx="6903748" cy="6903748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0A3477D9-85AA-8EBE-159D-42D2CAF52B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094" t="2154" r="16387" b="8757"/>
            <a:stretch>
              <a:fillRect/>
            </a:stretch>
          </p:blipFill>
          <p:spPr bwMode="auto">
            <a:xfrm>
              <a:off x="6241473" y="676635"/>
              <a:ext cx="5550478" cy="5550478"/>
            </a:xfrm>
            <a:custGeom>
              <a:avLst/>
              <a:gdLst>
                <a:gd name="connsiteX0" fmla="*/ 2775238 w 5550478"/>
                <a:gd name="connsiteY0" fmla="*/ 0 h 5550478"/>
                <a:gd name="connsiteX1" fmla="*/ 5550478 w 5550478"/>
                <a:gd name="connsiteY1" fmla="*/ 2775239 h 5550478"/>
                <a:gd name="connsiteX2" fmla="*/ 2775238 w 5550478"/>
                <a:gd name="connsiteY2" fmla="*/ 5550478 h 5550478"/>
                <a:gd name="connsiteX3" fmla="*/ 0 w 5550478"/>
                <a:gd name="connsiteY3" fmla="*/ 2775239 h 5550478"/>
                <a:gd name="connsiteX4" fmla="*/ 2775238 w 5550478"/>
                <a:gd name="connsiteY4" fmla="*/ 0 h 555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50478" h="5550478">
                  <a:moveTo>
                    <a:pt x="2775238" y="0"/>
                  </a:moveTo>
                  <a:cubicBezTo>
                    <a:pt x="4307962" y="0"/>
                    <a:pt x="5550478" y="1242517"/>
                    <a:pt x="5550478" y="2775239"/>
                  </a:cubicBezTo>
                  <a:cubicBezTo>
                    <a:pt x="5550478" y="4307961"/>
                    <a:pt x="4307962" y="5550478"/>
                    <a:pt x="2775238" y="5550478"/>
                  </a:cubicBezTo>
                  <a:cubicBezTo>
                    <a:pt x="1242518" y="5550478"/>
                    <a:pt x="0" y="4307961"/>
                    <a:pt x="0" y="2775239"/>
                  </a:cubicBezTo>
                  <a:cubicBezTo>
                    <a:pt x="0" y="1242517"/>
                    <a:pt x="1242518" y="0"/>
                    <a:pt x="2775238" y="0"/>
                  </a:cubicBezTo>
                  <a:close/>
                </a:path>
              </a:pathLst>
            </a:cu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8C1C12AC-A208-6BC4-5CE9-50F04B42A359}"/>
                </a:ext>
              </a:extLst>
            </p:cNvPr>
            <p:cNvSpPr/>
            <p:nvPr/>
          </p:nvSpPr>
          <p:spPr>
            <a:xfrm>
              <a:off x="6241473" y="676635"/>
              <a:ext cx="5550478" cy="5550478"/>
            </a:xfrm>
            <a:prstGeom prst="ellipse">
              <a:avLst/>
            </a:prstGeom>
            <a:noFill/>
            <a:ln w="355600">
              <a:solidFill>
                <a:srgbClr val="F7853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막힌 원호 7">
              <a:extLst>
                <a:ext uri="{FF2B5EF4-FFF2-40B4-BE49-F238E27FC236}">
                  <a16:creationId xmlns:a16="http://schemas.microsoft.com/office/drawing/2014/main" id="{B544AAAE-875A-2B98-AD94-36D5499BAA31}"/>
                </a:ext>
              </a:extLst>
            </p:cNvPr>
            <p:cNvSpPr/>
            <p:nvPr/>
          </p:nvSpPr>
          <p:spPr>
            <a:xfrm rot="17100000">
              <a:off x="5564838" y="0"/>
              <a:ext cx="6903748" cy="6903748"/>
            </a:xfrm>
            <a:prstGeom prst="blockArc">
              <a:avLst>
                <a:gd name="adj1" fmla="val 12844197"/>
                <a:gd name="adj2" fmla="val 11965390"/>
                <a:gd name="adj3" fmla="val 1432"/>
              </a:avLst>
            </a:prstGeom>
            <a:solidFill>
              <a:srgbClr val="F78535"/>
            </a:solidFill>
            <a:ln w="3556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직사각형 8">
            <a:extLst>
              <a:ext uri="{FF2B5EF4-FFF2-40B4-BE49-F238E27FC236}">
                <a16:creationId xmlns:a16="http://schemas.microsoft.com/office/drawing/2014/main" id="{CDD73448-209D-CB10-F6A8-37E305B61B5A}"/>
              </a:ext>
            </a:extLst>
          </p:cNvPr>
          <p:cNvSpPr/>
          <p:nvPr/>
        </p:nvSpPr>
        <p:spPr>
          <a:xfrm rot="2455148">
            <a:off x="5743414" y="5102261"/>
            <a:ext cx="419100" cy="3561557"/>
          </a:xfrm>
          <a:prstGeom prst="rect">
            <a:avLst/>
          </a:prstGeom>
          <a:solidFill>
            <a:srgbClr val="F7853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726110E-73E9-422D-1643-0B3F9CB43A2E}"/>
              </a:ext>
            </a:extLst>
          </p:cNvPr>
          <p:cNvSpPr txBox="1"/>
          <p:nvPr/>
        </p:nvSpPr>
        <p:spPr>
          <a:xfrm>
            <a:off x="1136321" y="1475110"/>
            <a:ext cx="39005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2A2A2A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TEAM PROJECT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5E4773-CE9D-0AC3-E63F-88F314105D1E}"/>
              </a:ext>
            </a:extLst>
          </p:cNvPr>
          <p:cNvSpPr txBox="1"/>
          <p:nvPr/>
        </p:nvSpPr>
        <p:spPr>
          <a:xfrm>
            <a:off x="1136321" y="2514357"/>
            <a:ext cx="6008641" cy="304698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9600" dirty="0">
                <a:solidFill>
                  <a:srgbClr val="2A2A2A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</a:rPr>
              <a:t>Depp </a:t>
            </a:r>
          </a:p>
          <a:p>
            <a:r>
              <a:rPr lang="en-US" altLang="ko-KR" sz="9600" dirty="0">
                <a:solidFill>
                  <a:srgbClr val="2A2A2A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</a:rPr>
              <a:t>Dish</a:t>
            </a:r>
            <a:r>
              <a:rPr lang="en-US" altLang="ko-KR" sz="5400" dirty="0">
                <a:solidFill>
                  <a:srgbClr val="2A2A2A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</a:rPr>
              <a:t>(</a:t>
            </a:r>
            <a:r>
              <a:rPr lang="ko-KR" altLang="en-US" sz="5400" dirty="0">
                <a:solidFill>
                  <a:srgbClr val="2A2A2A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</a:rPr>
              <a:t>가칭</a:t>
            </a:r>
            <a:r>
              <a:rPr lang="en-US" altLang="ko-KR" sz="5400" dirty="0">
                <a:solidFill>
                  <a:srgbClr val="2A2A2A"/>
                </a:solidFill>
                <a:latin typeface="SB 어그로 Bold" panose="02020603020101020101" pitchFamily="18" charset="-127"/>
                <a:ea typeface="SB 어그로 Bold" panose="0202060302010102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212623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직사각형 44">
            <a:extLst>
              <a:ext uri="{FF2B5EF4-FFF2-40B4-BE49-F238E27FC236}">
                <a16:creationId xmlns:a16="http://schemas.microsoft.com/office/drawing/2014/main" id="{6F32F731-A92C-0F01-37B9-0CCAF912B1F7}"/>
              </a:ext>
            </a:extLst>
          </p:cNvPr>
          <p:cNvSpPr/>
          <p:nvPr/>
        </p:nvSpPr>
        <p:spPr>
          <a:xfrm>
            <a:off x="10794999" y="1667435"/>
            <a:ext cx="5011057" cy="28565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49CD6C9-4040-A1CC-2E68-E971CA5377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215898"/>
            <a:ext cx="10691813" cy="7127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4B17EF52-286E-4A01-5BFE-5D416C8B8110}"/>
              </a:ext>
            </a:extLst>
          </p:cNvPr>
          <p:cNvGrpSpPr/>
          <p:nvPr/>
        </p:nvGrpSpPr>
        <p:grpSpPr>
          <a:xfrm>
            <a:off x="11057199" y="2166706"/>
            <a:ext cx="1690341" cy="2193524"/>
            <a:chOff x="2644215" y="2711693"/>
            <a:chExt cx="1690341" cy="2193524"/>
          </a:xfrm>
        </p:grpSpPr>
        <p:sp>
          <p:nvSpPr>
            <p:cNvPr id="2" name="사각형: 둥근 위쪽 모서리 1">
              <a:extLst>
                <a:ext uri="{FF2B5EF4-FFF2-40B4-BE49-F238E27FC236}">
                  <a16:creationId xmlns:a16="http://schemas.microsoft.com/office/drawing/2014/main" id="{8C6F2B7B-EC15-C332-6DCF-570E72922A96}"/>
                </a:ext>
              </a:extLst>
            </p:cNvPr>
            <p:cNvSpPr/>
            <p:nvPr/>
          </p:nvSpPr>
          <p:spPr>
            <a:xfrm rot="5400000">
              <a:off x="2459121" y="2896787"/>
              <a:ext cx="2060529" cy="1690341"/>
            </a:xfrm>
            <a:custGeom>
              <a:avLst/>
              <a:gdLst>
                <a:gd name="connsiteX0" fmla="*/ 845171 w 2057162"/>
                <a:gd name="connsiteY0" fmla="*/ 0 h 1690341"/>
                <a:gd name="connsiteX1" fmla="*/ 1211992 w 2057162"/>
                <a:gd name="connsiteY1" fmla="*/ 0 h 1690341"/>
                <a:gd name="connsiteX2" fmla="*/ 2057163 w 2057162"/>
                <a:gd name="connsiteY2" fmla="*/ 845171 h 1690341"/>
                <a:gd name="connsiteX3" fmla="*/ 2057162 w 2057162"/>
                <a:gd name="connsiteY3" fmla="*/ 1690341 h 1690341"/>
                <a:gd name="connsiteX4" fmla="*/ 2057162 w 2057162"/>
                <a:gd name="connsiteY4" fmla="*/ 1690341 h 1690341"/>
                <a:gd name="connsiteX5" fmla="*/ 0 w 2057162"/>
                <a:gd name="connsiteY5" fmla="*/ 1690341 h 1690341"/>
                <a:gd name="connsiteX6" fmla="*/ 0 w 2057162"/>
                <a:gd name="connsiteY6" fmla="*/ 1690341 h 1690341"/>
                <a:gd name="connsiteX7" fmla="*/ 0 w 2057162"/>
                <a:gd name="connsiteY7" fmla="*/ 845171 h 1690341"/>
                <a:gd name="connsiteX8" fmla="*/ 845171 w 2057162"/>
                <a:gd name="connsiteY8" fmla="*/ 0 h 1690341"/>
                <a:gd name="connsiteX0" fmla="*/ 845171 w 2057163"/>
                <a:gd name="connsiteY0" fmla="*/ 0 h 1690341"/>
                <a:gd name="connsiteX1" fmla="*/ 1211992 w 2057163"/>
                <a:gd name="connsiteY1" fmla="*/ 0 h 1690341"/>
                <a:gd name="connsiteX2" fmla="*/ 2057163 w 2057163"/>
                <a:gd name="connsiteY2" fmla="*/ 845171 h 1690341"/>
                <a:gd name="connsiteX3" fmla="*/ 2057162 w 2057163"/>
                <a:gd name="connsiteY3" fmla="*/ 1690341 h 1690341"/>
                <a:gd name="connsiteX4" fmla="*/ 2057162 w 2057163"/>
                <a:gd name="connsiteY4" fmla="*/ 1690341 h 1690341"/>
                <a:gd name="connsiteX5" fmla="*/ 0 w 2057163"/>
                <a:gd name="connsiteY5" fmla="*/ 1690341 h 1690341"/>
                <a:gd name="connsiteX6" fmla="*/ 0 w 2057163"/>
                <a:gd name="connsiteY6" fmla="*/ 1690341 h 1690341"/>
                <a:gd name="connsiteX7" fmla="*/ 0 w 2057163"/>
                <a:gd name="connsiteY7" fmla="*/ 845171 h 1690341"/>
                <a:gd name="connsiteX8" fmla="*/ 845171 w 2057163"/>
                <a:gd name="connsiteY8" fmla="*/ 0 h 1690341"/>
                <a:gd name="connsiteX0" fmla="*/ 845171 w 2057163"/>
                <a:gd name="connsiteY0" fmla="*/ 105646 h 1795987"/>
                <a:gd name="connsiteX1" fmla="*/ 1211992 w 2057163"/>
                <a:gd name="connsiteY1" fmla="*/ 105646 h 1795987"/>
                <a:gd name="connsiteX2" fmla="*/ 2057163 w 2057163"/>
                <a:gd name="connsiteY2" fmla="*/ 950817 h 1795987"/>
                <a:gd name="connsiteX3" fmla="*/ 2057162 w 2057163"/>
                <a:gd name="connsiteY3" fmla="*/ 1795987 h 1795987"/>
                <a:gd name="connsiteX4" fmla="*/ 2057162 w 2057163"/>
                <a:gd name="connsiteY4" fmla="*/ 1795987 h 1795987"/>
                <a:gd name="connsiteX5" fmla="*/ 0 w 2057163"/>
                <a:gd name="connsiteY5" fmla="*/ 1795987 h 1795987"/>
                <a:gd name="connsiteX6" fmla="*/ 0 w 2057163"/>
                <a:gd name="connsiteY6" fmla="*/ 1795987 h 1795987"/>
                <a:gd name="connsiteX7" fmla="*/ 0 w 2057163"/>
                <a:gd name="connsiteY7" fmla="*/ 950817 h 1795987"/>
                <a:gd name="connsiteX8" fmla="*/ 845171 w 2057163"/>
                <a:gd name="connsiteY8" fmla="*/ 105646 h 1795987"/>
                <a:gd name="connsiteX0" fmla="*/ 845171 w 2146940"/>
                <a:gd name="connsiteY0" fmla="*/ 0 h 1690341"/>
                <a:gd name="connsiteX1" fmla="*/ 2057163 w 2146940"/>
                <a:gd name="connsiteY1" fmla="*/ 845171 h 1690341"/>
                <a:gd name="connsiteX2" fmla="*/ 2057162 w 2146940"/>
                <a:gd name="connsiteY2" fmla="*/ 1690341 h 1690341"/>
                <a:gd name="connsiteX3" fmla="*/ 2057162 w 2146940"/>
                <a:gd name="connsiteY3" fmla="*/ 1690341 h 1690341"/>
                <a:gd name="connsiteX4" fmla="*/ 0 w 2146940"/>
                <a:gd name="connsiteY4" fmla="*/ 1690341 h 1690341"/>
                <a:gd name="connsiteX5" fmla="*/ 0 w 2146940"/>
                <a:gd name="connsiteY5" fmla="*/ 1690341 h 1690341"/>
                <a:gd name="connsiteX6" fmla="*/ 0 w 2146940"/>
                <a:gd name="connsiteY6" fmla="*/ 845171 h 1690341"/>
                <a:gd name="connsiteX7" fmla="*/ 845171 w 2146940"/>
                <a:gd name="connsiteY7" fmla="*/ 0 h 1690341"/>
                <a:gd name="connsiteX0" fmla="*/ 845171 w 2057162"/>
                <a:gd name="connsiteY0" fmla="*/ 0 h 1690341"/>
                <a:gd name="connsiteX1" fmla="*/ 1828565 w 2057162"/>
                <a:gd name="connsiteY1" fmla="*/ 775321 h 1690341"/>
                <a:gd name="connsiteX2" fmla="*/ 2057162 w 2057162"/>
                <a:gd name="connsiteY2" fmla="*/ 1690341 h 1690341"/>
                <a:gd name="connsiteX3" fmla="*/ 2057162 w 2057162"/>
                <a:gd name="connsiteY3" fmla="*/ 1690341 h 1690341"/>
                <a:gd name="connsiteX4" fmla="*/ 0 w 2057162"/>
                <a:gd name="connsiteY4" fmla="*/ 1690341 h 1690341"/>
                <a:gd name="connsiteX5" fmla="*/ 0 w 2057162"/>
                <a:gd name="connsiteY5" fmla="*/ 1690341 h 1690341"/>
                <a:gd name="connsiteX6" fmla="*/ 0 w 2057162"/>
                <a:gd name="connsiteY6" fmla="*/ 845171 h 1690341"/>
                <a:gd name="connsiteX7" fmla="*/ 845171 w 2057162"/>
                <a:gd name="connsiteY7" fmla="*/ 0 h 1690341"/>
                <a:gd name="connsiteX0" fmla="*/ 845171 w 2057162"/>
                <a:gd name="connsiteY0" fmla="*/ 0 h 1690341"/>
                <a:gd name="connsiteX1" fmla="*/ 1828565 w 2057162"/>
                <a:gd name="connsiteY1" fmla="*/ 775321 h 1690341"/>
                <a:gd name="connsiteX2" fmla="*/ 2057162 w 2057162"/>
                <a:gd name="connsiteY2" fmla="*/ 1690341 h 1690341"/>
                <a:gd name="connsiteX3" fmla="*/ 2057162 w 2057162"/>
                <a:gd name="connsiteY3" fmla="*/ 1690341 h 1690341"/>
                <a:gd name="connsiteX4" fmla="*/ 0 w 2057162"/>
                <a:gd name="connsiteY4" fmla="*/ 1690341 h 1690341"/>
                <a:gd name="connsiteX5" fmla="*/ 0 w 2057162"/>
                <a:gd name="connsiteY5" fmla="*/ 1690341 h 1690341"/>
                <a:gd name="connsiteX6" fmla="*/ 0 w 2057162"/>
                <a:gd name="connsiteY6" fmla="*/ 845171 h 1690341"/>
                <a:gd name="connsiteX7" fmla="*/ 845171 w 2057162"/>
                <a:gd name="connsiteY7" fmla="*/ 0 h 1690341"/>
                <a:gd name="connsiteX0" fmla="*/ 845171 w 2057162"/>
                <a:gd name="connsiteY0" fmla="*/ 0 h 1690341"/>
                <a:gd name="connsiteX1" fmla="*/ 1720614 w 2057162"/>
                <a:gd name="connsiteY1" fmla="*/ 794371 h 1690341"/>
                <a:gd name="connsiteX2" fmla="*/ 2057162 w 2057162"/>
                <a:gd name="connsiteY2" fmla="*/ 1690341 h 1690341"/>
                <a:gd name="connsiteX3" fmla="*/ 2057162 w 2057162"/>
                <a:gd name="connsiteY3" fmla="*/ 1690341 h 1690341"/>
                <a:gd name="connsiteX4" fmla="*/ 0 w 2057162"/>
                <a:gd name="connsiteY4" fmla="*/ 1690341 h 1690341"/>
                <a:gd name="connsiteX5" fmla="*/ 0 w 2057162"/>
                <a:gd name="connsiteY5" fmla="*/ 1690341 h 1690341"/>
                <a:gd name="connsiteX6" fmla="*/ 0 w 2057162"/>
                <a:gd name="connsiteY6" fmla="*/ 845171 h 1690341"/>
                <a:gd name="connsiteX7" fmla="*/ 845171 w 2057162"/>
                <a:gd name="connsiteY7" fmla="*/ 0 h 1690341"/>
                <a:gd name="connsiteX0" fmla="*/ 845171 w 2057162"/>
                <a:gd name="connsiteY0" fmla="*/ 0 h 1690341"/>
                <a:gd name="connsiteX1" fmla="*/ 1720614 w 2057162"/>
                <a:gd name="connsiteY1" fmla="*/ 794371 h 1690341"/>
                <a:gd name="connsiteX2" fmla="*/ 2057162 w 2057162"/>
                <a:gd name="connsiteY2" fmla="*/ 1690341 h 1690341"/>
                <a:gd name="connsiteX3" fmla="*/ 2057162 w 2057162"/>
                <a:gd name="connsiteY3" fmla="*/ 1690341 h 1690341"/>
                <a:gd name="connsiteX4" fmla="*/ 0 w 2057162"/>
                <a:gd name="connsiteY4" fmla="*/ 1690341 h 1690341"/>
                <a:gd name="connsiteX5" fmla="*/ 0 w 2057162"/>
                <a:gd name="connsiteY5" fmla="*/ 1690341 h 1690341"/>
                <a:gd name="connsiteX6" fmla="*/ 0 w 2057162"/>
                <a:gd name="connsiteY6" fmla="*/ 845171 h 1690341"/>
                <a:gd name="connsiteX7" fmla="*/ 845171 w 2057162"/>
                <a:gd name="connsiteY7" fmla="*/ 0 h 1690341"/>
                <a:gd name="connsiteX0" fmla="*/ 845171 w 2057162"/>
                <a:gd name="connsiteY0" fmla="*/ 0 h 1690341"/>
                <a:gd name="connsiteX1" fmla="*/ 1720614 w 2057162"/>
                <a:gd name="connsiteY1" fmla="*/ 794371 h 1690341"/>
                <a:gd name="connsiteX2" fmla="*/ 2057162 w 2057162"/>
                <a:gd name="connsiteY2" fmla="*/ 1690341 h 1690341"/>
                <a:gd name="connsiteX3" fmla="*/ 2057162 w 2057162"/>
                <a:gd name="connsiteY3" fmla="*/ 1690341 h 1690341"/>
                <a:gd name="connsiteX4" fmla="*/ 0 w 2057162"/>
                <a:gd name="connsiteY4" fmla="*/ 1690341 h 1690341"/>
                <a:gd name="connsiteX5" fmla="*/ 0 w 2057162"/>
                <a:gd name="connsiteY5" fmla="*/ 1690341 h 1690341"/>
                <a:gd name="connsiteX6" fmla="*/ 0 w 2057162"/>
                <a:gd name="connsiteY6" fmla="*/ 845171 h 1690341"/>
                <a:gd name="connsiteX7" fmla="*/ 845171 w 2057162"/>
                <a:gd name="connsiteY7" fmla="*/ 0 h 1690341"/>
                <a:gd name="connsiteX0" fmla="*/ 845171 w 2076413"/>
                <a:gd name="connsiteY0" fmla="*/ 0 h 1690341"/>
                <a:gd name="connsiteX1" fmla="*/ 1720614 w 2076413"/>
                <a:gd name="connsiteY1" fmla="*/ 794371 h 1690341"/>
                <a:gd name="connsiteX2" fmla="*/ 2057162 w 2076413"/>
                <a:gd name="connsiteY2" fmla="*/ 1690341 h 1690341"/>
                <a:gd name="connsiteX3" fmla="*/ 2057162 w 2076413"/>
                <a:gd name="connsiteY3" fmla="*/ 1690341 h 1690341"/>
                <a:gd name="connsiteX4" fmla="*/ 0 w 2076413"/>
                <a:gd name="connsiteY4" fmla="*/ 1690341 h 1690341"/>
                <a:gd name="connsiteX5" fmla="*/ 0 w 2076413"/>
                <a:gd name="connsiteY5" fmla="*/ 1690341 h 1690341"/>
                <a:gd name="connsiteX6" fmla="*/ 0 w 2076413"/>
                <a:gd name="connsiteY6" fmla="*/ 845171 h 1690341"/>
                <a:gd name="connsiteX7" fmla="*/ 845171 w 2076413"/>
                <a:gd name="connsiteY7" fmla="*/ 0 h 1690341"/>
                <a:gd name="connsiteX0" fmla="*/ 845171 w 2060529"/>
                <a:gd name="connsiteY0" fmla="*/ 0 h 1690341"/>
                <a:gd name="connsiteX1" fmla="*/ 1720614 w 2060529"/>
                <a:gd name="connsiteY1" fmla="*/ 794371 h 1690341"/>
                <a:gd name="connsiteX2" fmla="*/ 2057162 w 2060529"/>
                <a:gd name="connsiteY2" fmla="*/ 1690341 h 1690341"/>
                <a:gd name="connsiteX3" fmla="*/ 2057162 w 2060529"/>
                <a:gd name="connsiteY3" fmla="*/ 1690341 h 1690341"/>
                <a:gd name="connsiteX4" fmla="*/ 0 w 2060529"/>
                <a:gd name="connsiteY4" fmla="*/ 1690341 h 1690341"/>
                <a:gd name="connsiteX5" fmla="*/ 0 w 2060529"/>
                <a:gd name="connsiteY5" fmla="*/ 1690341 h 1690341"/>
                <a:gd name="connsiteX6" fmla="*/ 0 w 2060529"/>
                <a:gd name="connsiteY6" fmla="*/ 845171 h 1690341"/>
                <a:gd name="connsiteX7" fmla="*/ 845171 w 2060529"/>
                <a:gd name="connsiteY7" fmla="*/ 0 h 1690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60529" h="1690341">
                  <a:moveTo>
                    <a:pt x="845171" y="0"/>
                  </a:moveTo>
                  <a:cubicBezTo>
                    <a:pt x="1188031" y="0"/>
                    <a:pt x="1758076" y="368026"/>
                    <a:pt x="1720614" y="794371"/>
                  </a:cubicBezTo>
                  <a:cubicBezTo>
                    <a:pt x="1690731" y="1134464"/>
                    <a:pt x="2101614" y="1103818"/>
                    <a:pt x="2057162" y="1690341"/>
                  </a:cubicBezTo>
                  <a:lnTo>
                    <a:pt x="2057162" y="1690341"/>
                  </a:lnTo>
                  <a:lnTo>
                    <a:pt x="0" y="1690341"/>
                  </a:lnTo>
                  <a:lnTo>
                    <a:pt x="0" y="1690341"/>
                  </a:lnTo>
                  <a:lnTo>
                    <a:pt x="0" y="845171"/>
                  </a:lnTo>
                  <a:cubicBezTo>
                    <a:pt x="0" y="378396"/>
                    <a:pt x="378396" y="0"/>
                    <a:pt x="845171" y="0"/>
                  </a:cubicBezTo>
                  <a:close/>
                </a:path>
              </a:pathLst>
            </a:custGeom>
            <a:noFill/>
            <a:ln w="155575">
              <a:solidFill>
                <a:srgbClr val="F7853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A28DC8C0-2FF8-E143-4155-B41C479C1233}"/>
                </a:ext>
              </a:extLst>
            </p:cNvPr>
            <p:cNvSpPr/>
            <p:nvPr/>
          </p:nvSpPr>
          <p:spPr>
            <a:xfrm>
              <a:off x="2933512" y="4314667"/>
              <a:ext cx="623943" cy="5905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0B8EB592-203F-B88B-9CE7-6F5393873112}"/>
                </a:ext>
              </a:extLst>
            </p:cNvPr>
            <p:cNvSpPr/>
            <p:nvPr/>
          </p:nvSpPr>
          <p:spPr>
            <a:xfrm>
              <a:off x="2950061" y="3693776"/>
              <a:ext cx="517039" cy="172122"/>
            </a:xfrm>
            <a:prstGeom prst="roundRect">
              <a:avLst>
                <a:gd name="adj" fmla="val 50000"/>
              </a:avLst>
            </a:prstGeom>
            <a:solidFill>
              <a:srgbClr val="2A2A2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D8CEB347-E4C6-8E0B-CE61-9F2E0D878CD2}"/>
                </a:ext>
              </a:extLst>
            </p:cNvPr>
            <p:cNvSpPr/>
            <p:nvPr/>
          </p:nvSpPr>
          <p:spPr>
            <a:xfrm>
              <a:off x="2950061" y="3089293"/>
              <a:ext cx="689833" cy="166371"/>
            </a:xfrm>
            <a:prstGeom prst="roundRect">
              <a:avLst>
                <a:gd name="adj" fmla="val 50000"/>
              </a:avLst>
            </a:prstGeom>
            <a:solidFill>
              <a:srgbClr val="2A2A2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막힌 원호 5">
              <a:extLst>
                <a:ext uri="{FF2B5EF4-FFF2-40B4-BE49-F238E27FC236}">
                  <a16:creationId xmlns:a16="http://schemas.microsoft.com/office/drawing/2014/main" id="{A3323CC9-86B6-D03E-52B3-B8224F88B190}"/>
                </a:ext>
              </a:extLst>
            </p:cNvPr>
            <p:cNvSpPr/>
            <p:nvPr/>
          </p:nvSpPr>
          <p:spPr>
            <a:xfrm rot="5400000">
              <a:off x="3025775" y="3089293"/>
              <a:ext cx="942975" cy="942975"/>
            </a:xfrm>
            <a:prstGeom prst="blockArc">
              <a:avLst>
                <a:gd name="adj1" fmla="val 10800000"/>
                <a:gd name="adj2" fmla="val 5"/>
                <a:gd name="adj3" fmla="val 16583"/>
              </a:avLst>
            </a:prstGeom>
            <a:solidFill>
              <a:srgbClr val="2A2A2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E8A96BEA-7A62-F878-8E8E-5AD92F12AA00}"/>
                </a:ext>
              </a:extLst>
            </p:cNvPr>
            <p:cNvSpPr/>
            <p:nvPr/>
          </p:nvSpPr>
          <p:spPr>
            <a:xfrm rot="16200000">
              <a:off x="3166633" y="4139535"/>
              <a:ext cx="689833" cy="166371"/>
            </a:xfrm>
            <a:prstGeom prst="roundRect">
              <a:avLst>
                <a:gd name="adj" fmla="val 50000"/>
              </a:avLst>
            </a:prstGeom>
            <a:solidFill>
              <a:srgbClr val="2A2A2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33D5C7E1-1C8A-04AD-0C7C-8EAACD6BC4FD}"/>
                </a:ext>
              </a:extLst>
            </p:cNvPr>
            <p:cNvSpPr/>
            <p:nvPr/>
          </p:nvSpPr>
          <p:spPr>
            <a:xfrm rot="9900000">
              <a:off x="3161817" y="4463208"/>
              <a:ext cx="470478" cy="346860"/>
            </a:xfrm>
            <a:custGeom>
              <a:avLst/>
              <a:gdLst>
                <a:gd name="connsiteX0" fmla="*/ 143999 w 470478"/>
                <a:gd name="connsiteY0" fmla="*/ 346860 h 346860"/>
                <a:gd name="connsiteX1" fmla="*/ 0 w 470478"/>
                <a:gd name="connsiteY1" fmla="*/ 284743 h 346860"/>
                <a:gd name="connsiteX2" fmla="*/ 470478 w 470478"/>
                <a:gd name="connsiteY2" fmla="*/ 1506 h 346860"/>
                <a:gd name="connsiteX3" fmla="*/ 467948 w 470478"/>
                <a:gd name="connsiteY3" fmla="*/ 33168 h 346860"/>
                <a:gd name="connsiteX4" fmla="*/ 434047 w 470478"/>
                <a:gd name="connsiteY4" fmla="*/ 159687 h 346860"/>
                <a:gd name="connsiteX5" fmla="*/ 359756 w 470478"/>
                <a:gd name="connsiteY5" fmla="*/ 165439 h 346860"/>
                <a:gd name="connsiteX6" fmla="*/ 143999 w 470478"/>
                <a:gd name="connsiteY6" fmla="*/ 346860 h 34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0478" h="346860">
                  <a:moveTo>
                    <a:pt x="143999" y="346860"/>
                  </a:moveTo>
                  <a:lnTo>
                    <a:pt x="0" y="284743"/>
                  </a:lnTo>
                  <a:cubicBezTo>
                    <a:pt x="79987" y="99319"/>
                    <a:pt x="269178" y="-14578"/>
                    <a:pt x="470478" y="1506"/>
                  </a:cubicBezTo>
                  <a:lnTo>
                    <a:pt x="467948" y="33168"/>
                  </a:lnTo>
                  <a:lnTo>
                    <a:pt x="434047" y="159687"/>
                  </a:lnTo>
                  <a:lnTo>
                    <a:pt x="359756" y="165439"/>
                  </a:lnTo>
                  <a:cubicBezTo>
                    <a:pt x="265067" y="188089"/>
                    <a:pt x="184035" y="254049"/>
                    <a:pt x="143999" y="346860"/>
                  </a:cubicBezTo>
                  <a:close/>
                </a:path>
              </a:pathLst>
            </a:custGeom>
            <a:solidFill>
              <a:srgbClr val="2A2A2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2A4ADFF2-C407-080F-CCB2-F2506BF563B1}"/>
                </a:ext>
              </a:extLst>
            </p:cNvPr>
            <p:cNvGrpSpPr/>
            <p:nvPr/>
          </p:nvGrpSpPr>
          <p:grpSpPr>
            <a:xfrm>
              <a:off x="2950061" y="3089292"/>
              <a:ext cx="1018689" cy="1720775"/>
              <a:chOff x="2950061" y="3089292"/>
              <a:chExt cx="1018689" cy="1720775"/>
            </a:xfrm>
          </p:grpSpPr>
          <p:sp>
            <p:nvSpPr>
              <p:cNvPr id="3" name="사각형: 둥근 모서리 2">
                <a:extLst>
                  <a:ext uri="{FF2B5EF4-FFF2-40B4-BE49-F238E27FC236}">
                    <a16:creationId xmlns:a16="http://schemas.microsoft.com/office/drawing/2014/main" id="{1A139300-F706-0345-2717-79C0A1AF2E37}"/>
                  </a:ext>
                </a:extLst>
              </p:cNvPr>
              <p:cNvSpPr/>
              <p:nvPr/>
            </p:nvSpPr>
            <p:spPr>
              <a:xfrm>
                <a:off x="2950061" y="3388659"/>
                <a:ext cx="623943" cy="172122"/>
              </a:xfrm>
              <a:prstGeom prst="roundRect">
                <a:avLst>
                  <a:gd name="adj" fmla="val 50000"/>
                </a:avLst>
              </a:prstGeom>
              <a:solidFill>
                <a:srgbClr val="2A2A2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6884425D-6A5B-9F81-09D3-B8E42C7A3EDF}"/>
                  </a:ext>
                </a:extLst>
              </p:cNvPr>
              <p:cNvSpPr/>
              <p:nvPr/>
            </p:nvSpPr>
            <p:spPr>
              <a:xfrm>
                <a:off x="2950061" y="3693775"/>
                <a:ext cx="517039" cy="172122"/>
              </a:xfrm>
              <a:prstGeom prst="roundRect">
                <a:avLst>
                  <a:gd name="adj" fmla="val 50000"/>
                </a:avLst>
              </a:prstGeom>
              <a:solidFill>
                <a:srgbClr val="2A2A2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막힌 원호 11">
                <a:extLst>
                  <a:ext uri="{FF2B5EF4-FFF2-40B4-BE49-F238E27FC236}">
                    <a16:creationId xmlns:a16="http://schemas.microsoft.com/office/drawing/2014/main" id="{43DAB68B-AF5A-1E0C-FB9A-903B0C634D18}"/>
                  </a:ext>
                </a:extLst>
              </p:cNvPr>
              <p:cNvSpPr/>
              <p:nvPr/>
            </p:nvSpPr>
            <p:spPr>
              <a:xfrm rot="5400000">
                <a:off x="3025775" y="3089292"/>
                <a:ext cx="942975" cy="942975"/>
              </a:xfrm>
              <a:prstGeom prst="blockArc">
                <a:avLst>
                  <a:gd name="adj1" fmla="val 10800000"/>
                  <a:gd name="adj2" fmla="val 5"/>
                  <a:gd name="adj3" fmla="val 16583"/>
                </a:avLst>
              </a:prstGeom>
              <a:solidFill>
                <a:srgbClr val="2A2A2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D47549E7-905A-A66A-7349-44F8F0C59C66}"/>
                  </a:ext>
                </a:extLst>
              </p:cNvPr>
              <p:cNvSpPr/>
              <p:nvPr/>
            </p:nvSpPr>
            <p:spPr>
              <a:xfrm rot="16200000">
                <a:off x="3166633" y="4139534"/>
                <a:ext cx="689833" cy="166371"/>
              </a:xfrm>
              <a:prstGeom prst="roundRect">
                <a:avLst>
                  <a:gd name="adj" fmla="val 50000"/>
                </a:avLst>
              </a:prstGeom>
              <a:solidFill>
                <a:srgbClr val="2A2A2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자유형: 도형 13">
                <a:extLst>
                  <a:ext uri="{FF2B5EF4-FFF2-40B4-BE49-F238E27FC236}">
                    <a16:creationId xmlns:a16="http://schemas.microsoft.com/office/drawing/2014/main" id="{387A23AD-E4DC-8778-1D77-6BB98AB3740E}"/>
                  </a:ext>
                </a:extLst>
              </p:cNvPr>
              <p:cNvSpPr/>
              <p:nvPr/>
            </p:nvSpPr>
            <p:spPr>
              <a:xfrm rot="9900000">
                <a:off x="3161817" y="4463207"/>
                <a:ext cx="470478" cy="346860"/>
              </a:xfrm>
              <a:custGeom>
                <a:avLst/>
                <a:gdLst>
                  <a:gd name="connsiteX0" fmla="*/ 143999 w 470478"/>
                  <a:gd name="connsiteY0" fmla="*/ 346860 h 346860"/>
                  <a:gd name="connsiteX1" fmla="*/ 0 w 470478"/>
                  <a:gd name="connsiteY1" fmla="*/ 284743 h 346860"/>
                  <a:gd name="connsiteX2" fmla="*/ 470478 w 470478"/>
                  <a:gd name="connsiteY2" fmla="*/ 1506 h 346860"/>
                  <a:gd name="connsiteX3" fmla="*/ 467948 w 470478"/>
                  <a:gd name="connsiteY3" fmla="*/ 33168 h 346860"/>
                  <a:gd name="connsiteX4" fmla="*/ 434047 w 470478"/>
                  <a:gd name="connsiteY4" fmla="*/ 159687 h 346860"/>
                  <a:gd name="connsiteX5" fmla="*/ 359756 w 470478"/>
                  <a:gd name="connsiteY5" fmla="*/ 165439 h 346860"/>
                  <a:gd name="connsiteX6" fmla="*/ 143999 w 470478"/>
                  <a:gd name="connsiteY6" fmla="*/ 346860 h 346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70478" h="346860">
                    <a:moveTo>
                      <a:pt x="143999" y="346860"/>
                    </a:moveTo>
                    <a:lnTo>
                      <a:pt x="0" y="284743"/>
                    </a:lnTo>
                    <a:cubicBezTo>
                      <a:pt x="79987" y="99319"/>
                      <a:pt x="269178" y="-14578"/>
                      <a:pt x="470478" y="1506"/>
                    </a:cubicBezTo>
                    <a:lnTo>
                      <a:pt x="467948" y="33168"/>
                    </a:lnTo>
                    <a:lnTo>
                      <a:pt x="434047" y="159687"/>
                    </a:lnTo>
                    <a:lnTo>
                      <a:pt x="359756" y="165439"/>
                    </a:lnTo>
                    <a:cubicBezTo>
                      <a:pt x="265067" y="188089"/>
                      <a:pt x="184035" y="254049"/>
                      <a:pt x="143999" y="346860"/>
                    </a:cubicBezTo>
                    <a:close/>
                  </a:path>
                </a:pathLst>
              </a:custGeom>
              <a:solidFill>
                <a:srgbClr val="2A2A2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B5F5C428-D084-41A9-C913-7AC31914DD85}"/>
              </a:ext>
            </a:extLst>
          </p:cNvPr>
          <p:cNvGrpSpPr/>
          <p:nvPr/>
        </p:nvGrpSpPr>
        <p:grpSpPr>
          <a:xfrm>
            <a:off x="-1057948" y="6115050"/>
            <a:ext cx="221033" cy="314122"/>
            <a:chOff x="2990177" y="3971925"/>
            <a:chExt cx="221033" cy="314122"/>
          </a:xfrm>
        </p:grpSpPr>
        <p:sp>
          <p:nvSpPr>
            <p:cNvPr id="24" name="사각형: 둥근 모서리 23">
              <a:extLst>
                <a:ext uri="{FF2B5EF4-FFF2-40B4-BE49-F238E27FC236}">
                  <a16:creationId xmlns:a16="http://schemas.microsoft.com/office/drawing/2014/main" id="{E2C4A678-E4BA-E6A2-93C8-27F529CA1C32}"/>
                </a:ext>
              </a:extLst>
            </p:cNvPr>
            <p:cNvSpPr/>
            <p:nvPr/>
          </p:nvSpPr>
          <p:spPr>
            <a:xfrm>
              <a:off x="2990177" y="3971925"/>
              <a:ext cx="73819" cy="314122"/>
            </a:xfrm>
            <a:prstGeom prst="roundRect">
              <a:avLst>
                <a:gd name="adj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AF421E05-C4CD-C5F7-F403-51A813FF886B}"/>
                </a:ext>
              </a:extLst>
            </p:cNvPr>
            <p:cNvSpPr/>
            <p:nvPr/>
          </p:nvSpPr>
          <p:spPr>
            <a:xfrm>
              <a:off x="3137391" y="3971925"/>
              <a:ext cx="73819" cy="314122"/>
            </a:xfrm>
            <a:prstGeom prst="roundRect">
              <a:avLst>
                <a:gd name="adj" fmla="val 5000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42B4C5B1-F1B8-9C3D-ABC8-8C1DFA0B908E}"/>
              </a:ext>
            </a:extLst>
          </p:cNvPr>
          <p:cNvGrpSpPr/>
          <p:nvPr/>
        </p:nvGrpSpPr>
        <p:grpSpPr>
          <a:xfrm>
            <a:off x="11326466" y="3455557"/>
            <a:ext cx="342936" cy="879279"/>
            <a:chOff x="2583353" y="3971924"/>
            <a:chExt cx="342936" cy="879279"/>
          </a:xfrm>
        </p:grpSpPr>
        <p:sp>
          <p:nvSpPr>
            <p:cNvPr id="38" name="자유형: 도형 37">
              <a:extLst>
                <a:ext uri="{FF2B5EF4-FFF2-40B4-BE49-F238E27FC236}">
                  <a16:creationId xmlns:a16="http://schemas.microsoft.com/office/drawing/2014/main" id="{D13F0960-812A-4744-4EFA-EB15959A2129}"/>
                </a:ext>
              </a:extLst>
            </p:cNvPr>
            <p:cNvSpPr/>
            <p:nvPr/>
          </p:nvSpPr>
          <p:spPr>
            <a:xfrm flipV="1">
              <a:off x="2583353" y="4062071"/>
              <a:ext cx="342900" cy="436452"/>
            </a:xfrm>
            <a:custGeom>
              <a:avLst/>
              <a:gdLst>
                <a:gd name="connsiteX0" fmla="*/ 0 w 342900"/>
                <a:gd name="connsiteY0" fmla="*/ 436452 h 436452"/>
                <a:gd name="connsiteX1" fmla="*/ 63990 w 342900"/>
                <a:gd name="connsiteY1" fmla="*/ 436452 h 436452"/>
                <a:gd name="connsiteX2" fmla="*/ 63990 w 342900"/>
                <a:gd name="connsiteY2" fmla="*/ 246329 h 436452"/>
                <a:gd name="connsiteX3" fmla="*/ 97843 w 342900"/>
                <a:gd name="connsiteY3" fmla="*/ 212476 h 436452"/>
                <a:gd name="connsiteX4" fmla="*/ 131696 w 342900"/>
                <a:gd name="connsiteY4" fmla="*/ 246329 h 436452"/>
                <a:gd name="connsiteX5" fmla="*/ 131696 w 342900"/>
                <a:gd name="connsiteY5" fmla="*/ 436452 h 436452"/>
                <a:gd name="connsiteX6" fmla="*/ 211204 w 342900"/>
                <a:gd name="connsiteY6" fmla="*/ 436452 h 436452"/>
                <a:gd name="connsiteX7" fmla="*/ 211204 w 342900"/>
                <a:gd name="connsiteY7" fmla="*/ 246329 h 436452"/>
                <a:gd name="connsiteX8" fmla="*/ 245057 w 342900"/>
                <a:gd name="connsiteY8" fmla="*/ 212476 h 436452"/>
                <a:gd name="connsiteX9" fmla="*/ 278910 w 342900"/>
                <a:gd name="connsiteY9" fmla="*/ 246329 h 436452"/>
                <a:gd name="connsiteX10" fmla="*/ 278910 w 342900"/>
                <a:gd name="connsiteY10" fmla="*/ 436452 h 436452"/>
                <a:gd name="connsiteX11" fmla="*/ 342900 w 342900"/>
                <a:gd name="connsiteY11" fmla="*/ 436452 h 436452"/>
                <a:gd name="connsiteX12" fmla="*/ 342900 w 342900"/>
                <a:gd name="connsiteY12" fmla="*/ 171450 h 436452"/>
                <a:gd name="connsiteX13" fmla="*/ 171450 w 342900"/>
                <a:gd name="connsiteY13" fmla="*/ 0 h 436452"/>
                <a:gd name="connsiteX14" fmla="*/ 0 w 342900"/>
                <a:gd name="connsiteY14" fmla="*/ 171450 h 436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2900" h="436452">
                  <a:moveTo>
                    <a:pt x="0" y="436452"/>
                  </a:moveTo>
                  <a:lnTo>
                    <a:pt x="63990" y="436452"/>
                  </a:lnTo>
                  <a:lnTo>
                    <a:pt x="63990" y="246329"/>
                  </a:lnTo>
                  <a:cubicBezTo>
                    <a:pt x="63990" y="227633"/>
                    <a:pt x="79147" y="212476"/>
                    <a:pt x="97843" y="212476"/>
                  </a:cubicBezTo>
                  <a:cubicBezTo>
                    <a:pt x="116539" y="212476"/>
                    <a:pt x="131696" y="227633"/>
                    <a:pt x="131696" y="246329"/>
                  </a:cubicBezTo>
                  <a:lnTo>
                    <a:pt x="131696" y="436452"/>
                  </a:lnTo>
                  <a:lnTo>
                    <a:pt x="211204" y="436452"/>
                  </a:lnTo>
                  <a:lnTo>
                    <a:pt x="211204" y="246329"/>
                  </a:lnTo>
                  <a:cubicBezTo>
                    <a:pt x="211204" y="227633"/>
                    <a:pt x="226361" y="212476"/>
                    <a:pt x="245057" y="212476"/>
                  </a:cubicBezTo>
                  <a:cubicBezTo>
                    <a:pt x="263753" y="212476"/>
                    <a:pt x="278910" y="227633"/>
                    <a:pt x="278910" y="246329"/>
                  </a:cubicBezTo>
                  <a:lnTo>
                    <a:pt x="278910" y="436452"/>
                  </a:lnTo>
                  <a:lnTo>
                    <a:pt x="342900" y="436452"/>
                  </a:lnTo>
                  <a:lnTo>
                    <a:pt x="342900" y="171450"/>
                  </a:lnTo>
                  <a:cubicBezTo>
                    <a:pt x="342900" y="76761"/>
                    <a:pt x="266139" y="0"/>
                    <a:pt x="171450" y="0"/>
                  </a:cubicBezTo>
                  <a:cubicBezTo>
                    <a:pt x="76761" y="0"/>
                    <a:pt x="0" y="76761"/>
                    <a:pt x="0" y="171450"/>
                  </a:cubicBezTo>
                  <a:close/>
                </a:path>
              </a:pathLst>
            </a:custGeom>
            <a:solidFill>
              <a:srgbClr val="9A8B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C40505B-5328-0FC7-32A1-BFB04A9D38F3}"/>
                </a:ext>
              </a:extLst>
            </p:cNvPr>
            <p:cNvSpPr/>
            <p:nvPr/>
          </p:nvSpPr>
          <p:spPr>
            <a:xfrm>
              <a:off x="2680207" y="4442223"/>
              <a:ext cx="149192" cy="408980"/>
            </a:xfrm>
            <a:custGeom>
              <a:avLst/>
              <a:gdLst>
                <a:gd name="connsiteX0" fmla="*/ 0 w 133350"/>
                <a:gd name="connsiteY0" fmla="*/ 0 h 383484"/>
                <a:gd name="connsiteX1" fmla="*/ 133350 w 133350"/>
                <a:gd name="connsiteY1" fmla="*/ 0 h 383484"/>
                <a:gd name="connsiteX2" fmla="*/ 133350 w 133350"/>
                <a:gd name="connsiteY2" fmla="*/ 383484 h 383484"/>
                <a:gd name="connsiteX3" fmla="*/ 0 w 133350"/>
                <a:gd name="connsiteY3" fmla="*/ 383484 h 383484"/>
                <a:gd name="connsiteX4" fmla="*/ 0 w 133350"/>
                <a:gd name="connsiteY4" fmla="*/ 0 h 383484"/>
                <a:gd name="connsiteX0" fmla="*/ 19229 w 152579"/>
                <a:gd name="connsiteY0" fmla="*/ 45508 h 428992"/>
                <a:gd name="connsiteX1" fmla="*/ 152579 w 152579"/>
                <a:gd name="connsiteY1" fmla="*/ 45508 h 428992"/>
                <a:gd name="connsiteX2" fmla="*/ 152579 w 152579"/>
                <a:gd name="connsiteY2" fmla="*/ 428992 h 428992"/>
                <a:gd name="connsiteX3" fmla="*/ 19229 w 152579"/>
                <a:gd name="connsiteY3" fmla="*/ 428992 h 428992"/>
                <a:gd name="connsiteX4" fmla="*/ 19229 w 152579"/>
                <a:gd name="connsiteY4" fmla="*/ 45508 h 428992"/>
                <a:gd name="connsiteX0" fmla="*/ 19652 w 148239"/>
                <a:gd name="connsiteY0" fmla="*/ 57053 h 404818"/>
                <a:gd name="connsiteX1" fmla="*/ 148239 w 148239"/>
                <a:gd name="connsiteY1" fmla="*/ 21334 h 404818"/>
                <a:gd name="connsiteX2" fmla="*/ 148239 w 148239"/>
                <a:gd name="connsiteY2" fmla="*/ 404818 h 404818"/>
                <a:gd name="connsiteX3" fmla="*/ 14889 w 148239"/>
                <a:gd name="connsiteY3" fmla="*/ 404818 h 404818"/>
                <a:gd name="connsiteX4" fmla="*/ 19652 w 148239"/>
                <a:gd name="connsiteY4" fmla="*/ 57053 h 404818"/>
                <a:gd name="connsiteX0" fmla="*/ 13831 w 149192"/>
                <a:gd name="connsiteY0" fmla="*/ 72422 h 420187"/>
                <a:gd name="connsiteX1" fmla="*/ 142418 w 149192"/>
                <a:gd name="connsiteY1" fmla="*/ 36703 h 420187"/>
                <a:gd name="connsiteX2" fmla="*/ 142418 w 149192"/>
                <a:gd name="connsiteY2" fmla="*/ 420187 h 420187"/>
                <a:gd name="connsiteX3" fmla="*/ 9068 w 149192"/>
                <a:gd name="connsiteY3" fmla="*/ 420187 h 420187"/>
                <a:gd name="connsiteX4" fmla="*/ 13831 w 149192"/>
                <a:gd name="connsiteY4" fmla="*/ 72422 h 420187"/>
                <a:gd name="connsiteX0" fmla="*/ 13831 w 149192"/>
                <a:gd name="connsiteY0" fmla="*/ 61215 h 408980"/>
                <a:gd name="connsiteX1" fmla="*/ 142418 w 149192"/>
                <a:gd name="connsiteY1" fmla="*/ 49309 h 408980"/>
                <a:gd name="connsiteX2" fmla="*/ 142418 w 149192"/>
                <a:gd name="connsiteY2" fmla="*/ 408980 h 408980"/>
                <a:gd name="connsiteX3" fmla="*/ 9068 w 149192"/>
                <a:gd name="connsiteY3" fmla="*/ 408980 h 408980"/>
                <a:gd name="connsiteX4" fmla="*/ 13831 w 149192"/>
                <a:gd name="connsiteY4" fmla="*/ 61215 h 408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9192" h="408980">
                  <a:moveTo>
                    <a:pt x="13831" y="61215"/>
                  </a:moveTo>
                  <a:cubicBezTo>
                    <a:pt x="-60782" y="-41179"/>
                    <a:pt x="193218" y="6447"/>
                    <a:pt x="142418" y="49309"/>
                  </a:cubicBezTo>
                  <a:lnTo>
                    <a:pt x="142418" y="408980"/>
                  </a:lnTo>
                  <a:lnTo>
                    <a:pt x="9068" y="408980"/>
                  </a:lnTo>
                  <a:cubicBezTo>
                    <a:pt x="10656" y="293058"/>
                    <a:pt x="12243" y="177137"/>
                    <a:pt x="13831" y="61215"/>
                  </a:cubicBezTo>
                  <a:close/>
                </a:path>
              </a:pathLst>
            </a:custGeom>
            <a:solidFill>
              <a:srgbClr val="9A8B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C29D28D2-F4B1-05E5-AF00-34D915288C39}"/>
                </a:ext>
              </a:extLst>
            </p:cNvPr>
            <p:cNvSpPr/>
            <p:nvPr/>
          </p:nvSpPr>
          <p:spPr>
            <a:xfrm>
              <a:off x="2583353" y="3971925"/>
              <a:ext cx="68614" cy="314122"/>
            </a:xfrm>
            <a:prstGeom prst="roundRect">
              <a:avLst>
                <a:gd name="adj" fmla="val 50000"/>
              </a:avLst>
            </a:prstGeom>
            <a:solidFill>
              <a:srgbClr val="9A8B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BC276D2-45B5-A60C-BC6E-2DDB6E92D948}"/>
                </a:ext>
              </a:extLst>
            </p:cNvPr>
            <p:cNvSpPr/>
            <p:nvPr/>
          </p:nvSpPr>
          <p:spPr>
            <a:xfrm>
              <a:off x="2857675" y="3971924"/>
              <a:ext cx="68614" cy="366713"/>
            </a:xfrm>
            <a:prstGeom prst="roundRect">
              <a:avLst>
                <a:gd name="adj" fmla="val 50000"/>
              </a:avLst>
            </a:prstGeom>
            <a:solidFill>
              <a:srgbClr val="9A8B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B4095305-3F5C-3266-5383-F56D6DE8D66F}"/>
                </a:ext>
              </a:extLst>
            </p:cNvPr>
            <p:cNvSpPr/>
            <p:nvPr/>
          </p:nvSpPr>
          <p:spPr>
            <a:xfrm>
              <a:off x="2712771" y="3971924"/>
              <a:ext cx="81016" cy="366713"/>
            </a:xfrm>
            <a:prstGeom prst="roundRect">
              <a:avLst>
                <a:gd name="adj" fmla="val 50000"/>
              </a:avLst>
            </a:prstGeom>
            <a:solidFill>
              <a:srgbClr val="9A8B8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D51756A-FC3B-6738-5611-5B0E8267FEAF}"/>
              </a:ext>
            </a:extLst>
          </p:cNvPr>
          <p:cNvSpPr/>
          <p:nvPr/>
        </p:nvSpPr>
        <p:spPr>
          <a:xfrm>
            <a:off x="12975789" y="2299700"/>
            <a:ext cx="1886857" cy="8490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en-US" altLang="ko-KR" sz="4800" b="1" dirty="0">
                <a:solidFill>
                  <a:schemeClr val="tx1"/>
                </a:solidFill>
              </a:rPr>
              <a:t>DEEP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CCE8583F-842F-5E00-B207-5D9B8798BDF7}"/>
              </a:ext>
            </a:extLst>
          </p:cNvPr>
          <p:cNvSpPr/>
          <p:nvPr/>
        </p:nvSpPr>
        <p:spPr>
          <a:xfrm>
            <a:off x="12975789" y="2843485"/>
            <a:ext cx="1886857" cy="8490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en-US" altLang="ko-KR" sz="4800" b="1" dirty="0">
                <a:solidFill>
                  <a:schemeClr val="tx1"/>
                </a:solidFill>
              </a:rPr>
              <a:t>DISH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8FA6F78-CC77-BE69-1F7F-70405E25903E}"/>
              </a:ext>
            </a:extLst>
          </p:cNvPr>
          <p:cNvSpPr/>
          <p:nvPr/>
        </p:nvSpPr>
        <p:spPr>
          <a:xfrm>
            <a:off x="12747540" y="3692573"/>
            <a:ext cx="2477946" cy="3300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QNWP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0760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2BFF0B9-F7E2-6632-159F-E2EB3E0D099D}"/>
              </a:ext>
            </a:extLst>
          </p:cNvPr>
          <p:cNvSpPr/>
          <p:nvPr/>
        </p:nvSpPr>
        <p:spPr>
          <a:xfrm>
            <a:off x="0" y="290286"/>
            <a:ext cx="4354286" cy="551543"/>
          </a:xfrm>
          <a:prstGeom prst="rect">
            <a:avLst/>
          </a:prstGeom>
          <a:solidFill>
            <a:srgbClr val="9A8B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latin typeface="+mj-ea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6BB8CEF-BDC8-E216-9151-E378F46937D8}"/>
              </a:ext>
            </a:extLst>
          </p:cNvPr>
          <p:cNvSpPr/>
          <p:nvPr/>
        </p:nvSpPr>
        <p:spPr>
          <a:xfrm>
            <a:off x="0" y="290286"/>
            <a:ext cx="696686" cy="5515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3600" dirty="0">
                <a:solidFill>
                  <a:schemeClr val="bg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Ⅰ</a:t>
            </a:r>
            <a:endParaRPr lang="ko-KR" altLang="en-US" sz="3600" dirty="0">
              <a:solidFill>
                <a:schemeClr val="bg1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2E47C78-85BB-1F5E-9C05-296A3C04D47D}"/>
              </a:ext>
            </a:extLst>
          </p:cNvPr>
          <p:cNvSpPr/>
          <p:nvPr/>
        </p:nvSpPr>
        <p:spPr>
          <a:xfrm>
            <a:off x="696686" y="290286"/>
            <a:ext cx="3657600" cy="5515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2000" dirty="0">
                <a:solidFill>
                  <a:schemeClr val="bg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팀 프로젝트 이름 추천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A3BED9F-E63E-C331-4801-6774765E9980}"/>
              </a:ext>
            </a:extLst>
          </p:cNvPr>
          <p:cNvSpPr/>
          <p:nvPr/>
        </p:nvSpPr>
        <p:spPr>
          <a:xfrm>
            <a:off x="478971" y="1306286"/>
            <a:ext cx="9739085" cy="17417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1. Deep Dish : Deep Learning +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음식 접시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2. Byte. Bite :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컴퓨터 데이터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(Byte) +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한입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(Bite) =&gt; AI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미식가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3. </a:t>
            </a:r>
            <a:endParaRPr lang="ko-KR" altLang="en-US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3DD3D1B-D8C1-1D71-5D47-704C985F77AF}"/>
              </a:ext>
            </a:extLst>
          </p:cNvPr>
          <p:cNvSpPr/>
          <p:nvPr/>
        </p:nvSpPr>
        <p:spPr>
          <a:xfrm>
            <a:off x="1538514" y="2510971"/>
            <a:ext cx="5762172" cy="25254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각자 고민이 필요하지만 </a:t>
            </a:r>
            <a:endParaRPr lang="en-US" altLang="ko-KR" dirty="0"/>
          </a:p>
          <a:p>
            <a:pPr algn="ctr"/>
            <a:r>
              <a:rPr lang="ko-KR" altLang="en-US" dirty="0"/>
              <a:t>지금 시점엔 중요한 게 아니라고 생각이 됩니다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48817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E37E1-C411-24C2-4FF4-8F4FEEAB6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95C30E3-EA7C-F0D0-C834-09CA7B3DA7DE}"/>
              </a:ext>
            </a:extLst>
          </p:cNvPr>
          <p:cNvSpPr/>
          <p:nvPr/>
        </p:nvSpPr>
        <p:spPr>
          <a:xfrm>
            <a:off x="0" y="290286"/>
            <a:ext cx="4354286" cy="551543"/>
          </a:xfrm>
          <a:prstGeom prst="rect">
            <a:avLst/>
          </a:prstGeom>
          <a:solidFill>
            <a:srgbClr val="9A8B8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latin typeface="+mj-ea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A1F3F1D-9693-81FB-236B-236B2046FDEF}"/>
              </a:ext>
            </a:extLst>
          </p:cNvPr>
          <p:cNvSpPr/>
          <p:nvPr/>
        </p:nvSpPr>
        <p:spPr>
          <a:xfrm>
            <a:off x="0" y="290286"/>
            <a:ext cx="696686" cy="5515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3600" dirty="0">
                <a:solidFill>
                  <a:schemeClr val="bg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Ⅱ</a:t>
            </a:r>
            <a:endParaRPr lang="ko-KR" altLang="en-US" sz="3600" dirty="0">
              <a:solidFill>
                <a:schemeClr val="bg1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D499921-A2D9-DD26-6C6E-7518B00E3998}"/>
              </a:ext>
            </a:extLst>
          </p:cNvPr>
          <p:cNvSpPr/>
          <p:nvPr/>
        </p:nvSpPr>
        <p:spPr>
          <a:xfrm>
            <a:off x="696686" y="290286"/>
            <a:ext cx="3657600" cy="5515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2000" dirty="0">
                <a:solidFill>
                  <a:schemeClr val="bg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기획안 세부내용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376538A-19B0-FFAA-DE8B-2C980930C2B7}"/>
              </a:ext>
            </a:extLst>
          </p:cNvPr>
          <p:cNvSpPr/>
          <p:nvPr/>
        </p:nvSpPr>
        <p:spPr>
          <a:xfrm>
            <a:off x="478971" y="1306286"/>
            <a:ext cx="9739085" cy="467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서론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주제에 대한 배경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)</a:t>
            </a:r>
          </a:p>
          <a:p>
            <a:pPr marL="800100" lvl="1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주제 소개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: </a:t>
            </a:r>
            <a:b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</a:b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본 프로젝트는 음식 이미지로부터 가게 유형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/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주요 재료를 예측하고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이를 시계열로 분석하여 트렌드를 파악하는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AI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기반 분석 시스템을 목표로 한다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.</a:t>
            </a:r>
            <a:b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</a:b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이미지 기반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B2B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예측 기술의 실질적 응용 가능성을 탐색한다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.</a:t>
            </a:r>
          </a:p>
          <a:p>
            <a:pPr marL="800100" lvl="1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문제 정의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: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기존 음식 이미지 분석 기술의 한계점 설명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1257300" lvl="2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현재 음식 이미지 분석은 음식 분류나 칼로리 예측에 국한되어 있음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1257300" lvl="2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재료 정보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시계열 변화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트렌드 분석까지 연결되는 구조는 부재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1257300" lvl="2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데이터 편향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실제 음식과 이미지의 괴리 등 문제점이 존재 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800100" lvl="1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프로젝트 개요 및 목적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목표 설명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 :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다단계 예측 모델 연결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-&gt; B2B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활용 가능성 모색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]</a:t>
            </a:r>
          </a:p>
          <a:p>
            <a:pPr marL="1257300" lvl="2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이미지 → 가게  → 재료 → 트렌드 → 시사점까지 다단계 예측 모델 파이프라인 구성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1257300" lvl="2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이를 통해 유의미한 산업적용 가능성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식자재 수요 예측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마케팅 등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)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모색 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1257300" lvl="2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기술 </a:t>
            </a:r>
            <a:r>
              <a:rPr lang="ko-KR" altLang="en-US" dirty="0" err="1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그자체보다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적용가능성과 가치 중심 설계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800100" lvl="1" indent="-342900">
              <a:buAutoNum type="arabicPeriod"/>
            </a:pP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우리 프로젝트의 필요성 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: &lt;? 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구체적인 정의가 필요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… 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왜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?  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음식 이미지를 </a:t>
            </a:r>
            <a:r>
              <a:rPr lang="ko-KR" altLang="en-US" dirty="0" err="1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분석해야하는거지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? 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이걸 통해서 어떤 산업적 가치나 실생활에 적응이 가능할지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? 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이런 내용에 대한 당위성이 약해서 공격포인트가 될 거 같음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.. 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상대방을 확실하게 설득할 수 잇는 논리 구조가 필요해 보임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… (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개인적인 생각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)&gt; 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단순한 기술이 아닌 의미가 담긴 기술로 표현될 수 있게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하면 </a:t>
            </a:r>
            <a:r>
              <a:rPr lang="ko-KR" altLang="en-US" dirty="0" err="1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좋을것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같아요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. </a:t>
            </a:r>
            <a:b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</a:b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- 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음식 이미지가 넘쳐나는 시대 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정보화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시각화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)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에서 이미지에서 정형자료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재료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조리법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 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트렌드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)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를 추출할 수 있는 기술이 있나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? </a:t>
            </a:r>
            <a:b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</a:b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- 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특히 외식업체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유통업체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배달업체 플랫폼에서 현재 하고 있는 한계점은 무엇일까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?</a:t>
            </a:r>
            <a:b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</a:b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우리가 그 빈틈을 노릴 수 있다고 판단이 됨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식자재 수요 예측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고객 취향 분석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 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마케팅 전략 수립 등 응용 가능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)</a:t>
            </a:r>
            <a:b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</a:b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현재 상용화 되고 있는 경쟁사들은 </a:t>
            </a:r>
            <a:r>
              <a:rPr lang="ko-KR" altLang="en-US" dirty="0" err="1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어떤가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? 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우리와의 차이는 무엇일까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?</a:t>
            </a:r>
          </a:p>
          <a:p>
            <a:pPr marL="800100" lvl="1" indent="-342900">
              <a:buAutoNum type="arabicPeriod"/>
            </a:pPr>
            <a:endParaRPr lang="en-US" altLang="ko-KR" dirty="0">
              <a:solidFill>
                <a:srgbClr val="C00000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주제 선정 및 필요성 </a:t>
            </a:r>
            <a:r>
              <a:rPr lang="en-US" altLang="ko-KR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 </a:t>
            </a:r>
            <a:r>
              <a:rPr lang="ko-KR" altLang="en-US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상황 분석 </a:t>
            </a:r>
            <a:r>
              <a:rPr lang="en-US" altLang="ko-KR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&amp; </a:t>
            </a:r>
            <a:r>
              <a:rPr lang="ko-KR" altLang="en-US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현황 분석</a:t>
            </a:r>
            <a:r>
              <a:rPr lang="en-US" altLang="ko-KR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) : </a:t>
            </a:r>
            <a:r>
              <a:rPr lang="ko-KR" altLang="en-US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목적 및 필요성</a:t>
            </a:r>
            <a:endParaRPr lang="en-US" altLang="ko-KR" dirty="0">
              <a:solidFill>
                <a:schemeClr val="tx1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800100" lvl="1" indent="-342900">
              <a:buAutoNum type="arabicPeriod"/>
            </a:pPr>
            <a:r>
              <a:rPr lang="ko-KR" altLang="en-US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현황분석 </a:t>
            </a:r>
            <a:r>
              <a:rPr lang="en-US" altLang="ko-KR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:</a:t>
            </a:r>
          </a:p>
          <a:p>
            <a:pPr marL="1257300" lvl="2" indent="-342900">
              <a:buAutoNum type="arabicPeriod"/>
            </a:pPr>
            <a:r>
              <a:rPr lang="ko-KR" altLang="en-US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배달</a:t>
            </a:r>
            <a:r>
              <a:rPr lang="en-US" altLang="ko-KR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/</a:t>
            </a:r>
            <a:r>
              <a:rPr lang="ko-KR" altLang="en-US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외식 시장의 급성장 </a:t>
            </a:r>
            <a:r>
              <a:rPr lang="en-US" altLang="ko-KR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-&gt; </a:t>
            </a:r>
            <a:r>
              <a:rPr lang="ko-KR" altLang="en-US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후기 리뷰를 중점으로 가게 선택 </a:t>
            </a:r>
            <a:r>
              <a:rPr lang="en-US" altLang="ko-KR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</a:t>
            </a:r>
            <a:r>
              <a:rPr lang="ko-KR" altLang="en-US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사진 중심의 소비문화 확대</a:t>
            </a:r>
            <a:r>
              <a:rPr lang="en-US" altLang="ko-KR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) 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&lt;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 말이 맞는지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… 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논리적인지는 모르겠음 그냥 </a:t>
            </a:r>
            <a:r>
              <a:rPr lang="ko-KR" altLang="en-US" dirty="0" err="1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우기는거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같음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&gt;</a:t>
            </a:r>
          </a:p>
          <a:p>
            <a:pPr marL="1257300" lvl="2" indent="-342900">
              <a:buAutoNum type="arabicPeriod"/>
            </a:pP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AI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이미지 분석 기술의 상용화 확산 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1257300" lvl="2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하지만 분석에서 확산되어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“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예측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”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까지 연결된 사례는 드물다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.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트렌드 기반 의사결정은 없음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…</a:t>
            </a:r>
          </a:p>
          <a:p>
            <a:pPr marL="1257300" lvl="2" indent="-342900">
              <a:buAutoNum type="arabicPeriod"/>
            </a:pPr>
            <a:endParaRPr lang="en-US" altLang="ko-KR" dirty="0">
              <a:solidFill>
                <a:schemeClr val="tx1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800100" lvl="1" indent="-342900">
              <a:buAutoNum type="arabicPeriod"/>
            </a:pPr>
            <a:r>
              <a:rPr lang="ko-KR" altLang="en-US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그렇다면 이런 시장상황에서 우리가 가진 궁금증 </a:t>
            </a:r>
            <a:r>
              <a:rPr lang="en-US" altLang="ko-KR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</a:t>
            </a:r>
            <a:r>
              <a:rPr lang="ko-KR" altLang="en-US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질문</a:t>
            </a:r>
            <a:r>
              <a:rPr lang="en-US" altLang="ko-KR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) ?</a:t>
            </a:r>
          </a:p>
          <a:p>
            <a:pPr marL="1257300" lvl="2" indent="-342900">
              <a:buAutoNum type="arabicPeriod"/>
            </a:pPr>
            <a:r>
              <a:rPr lang="ko-KR" altLang="en-US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이미지만 보고 재료를 유추할 수 있을까</a:t>
            </a:r>
            <a:r>
              <a:rPr lang="en-US" altLang="ko-KR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?</a:t>
            </a:r>
          </a:p>
          <a:p>
            <a:pPr marL="1257300" lvl="2" indent="-342900">
              <a:buAutoNum type="arabicPeriod"/>
            </a:pPr>
            <a:r>
              <a:rPr lang="ko-KR" altLang="en-US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이미지만 보고 가게를 유추할 수 있을까</a:t>
            </a:r>
            <a:r>
              <a:rPr lang="en-US" altLang="ko-KR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?</a:t>
            </a:r>
          </a:p>
          <a:p>
            <a:pPr marL="1257300" lvl="2" indent="-342900">
              <a:buAutoNum type="arabicPeriod"/>
            </a:pPr>
            <a:r>
              <a:rPr lang="ko-KR" altLang="en-US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쌓인 데이터를 통해 트렌드화 할 수 있을까</a:t>
            </a:r>
            <a:r>
              <a:rPr lang="en-US" altLang="ko-KR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?</a:t>
            </a:r>
          </a:p>
          <a:p>
            <a:pPr marL="1257300" lvl="2" indent="-342900">
              <a:buAutoNum type="arabicPeriod"/>
            </a:pPr>
            <a:r>
              <a:rPr lang="ko-KR" altLang="en-US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이런 분석이 산업군에 어떤 영향을 미칠까</a:t>
            </a:r>
            <a:r>
              <a:rPr lang="en-US" altLang="ko-KR" dirty="0">
                <a:solidFill>
                  <a:schemeClr val="tx1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? </a:t>
            </a:r>
          </a:p>
          <a:p>
            <a:pPr marL="1257300" lvl="2" indent="-342900">
              <a:buAutoNum type="arabicPeriod"/>
            </a:pPr>
            <a:endParaRPr lang="en-US" altLang="ko-KR" dirty="0">
              <a:solidFill>
                <a:schemeClr val="tx1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유사 사례 조사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비교대상군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-&gt;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우리 시스템에 대한 전략에 대한 개요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)</a:t>
            </a:r>
          </a:p>
          <a:p>
            <a:pPr marL="800100" lvl="1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연구 사례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선행 사업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) :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음식 분류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/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인식 모델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 CNN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기반 식재료 추론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800100" lvl="1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서비스 사례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: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식단 추천 앱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음식 칼로리 사진 툴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음식 사진 캘리브레이션 툴 등 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1200150" lvl="2" indent="-285750">
              <a:buFontTx/>
              <a:buChar char="-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강점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: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모델 구조 학습에 참고 가능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1200150" lvl="2" indent="-285750">
              <a:buFontTx/>
              <a:buChar char="-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단점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: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시계열 분석 부재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 B2B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적용 미비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통합 모델 없음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1200150" lvl="2" indent="-285750">
              <a:buFontTx/>
              <a:buChar char="-"/>
            </a:pP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전체 시스템 아키텍처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&amp;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전체 시스템 구성도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742950" lvl="1" indent="-285750">
              <a:buFontTx/>
              <a:buChar char="-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모델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1 :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이미지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-&gt;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음식 예측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음식 이미지로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)</a:t>
            </a:r>
          </a:p>
          <a:p>
            <a:pPr marL="742950" lvl="1" indent="-285750">
              <a:buFontTx/>
              <a:buChar char="-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모델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2 :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음식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-&gt;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가게 예측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</a:t>
            </a:r>
            <a:r>
              <a:rPr lang="ko-KR" altLang="en-US" dirty="0" err="1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플레이팅으로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)</a:t>
            </a:r>
          </a:p>
          <a:p>
            <a:pPr marL="742950" lvl="1" indent="-285750">
              <a:buFontTx/>
              <a:buChar char="-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모델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3 :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음식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-&gt;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재료 분석 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742950" lvl="1" indent="-285750">
              <a:buFontTx/>
              <a:buChar char="-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모델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4 :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통합 대시보드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or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결과 시각화 플랫폼 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lvl="1"/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+ 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데이터 흐름 및 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API/ 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서버 구조도 도식화 필요 </a:t>
            </a:r>
            <a:endParaRPr lang="en-US" altLang="ko-KR" dirty="0">
              <a:solidFill>
                <a:srgbClr val="C00000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lvl="1"/>
            <a:endParaRPr lang="en-US" altLang="ko-KR" dirty="0">
              <a:solidFill>
                <a:srgbClr val="C00000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모듈별 목표 과제 및 실행 예측 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/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담당 업무 세분화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800100" lvl="1" indent="-342900">
              <a:buAutoNum type="arabicPeriod"/>
            </a:pP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이건 각 파트별 고민 필요 하지 않을까 싶어요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.</a:t>
            </a:r>
          </a:p>
          <a:p>
            <a:pPr marL="800100" lvl="1" indent="-342900">
              <a:buAutoNum type="arabicPeriod"/>
            </a:pPr>
            <a:endParaRPr lang="en-US" altLang="ko-KR" dirty="0">
              <a:solidFill>
                <a:srgbClr val="C00000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팀원 역할분담 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800100" lvl="1" indent="-342900">
              <a:buAutoNum type="arabicPeriod"/>
            </a:pP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역할분담 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: 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이건 각자 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… 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고민 </a:t>
            </a:r>
            <a:r>
              <a:rPr lang="ko-KR" altLang="en-US" dirty="0" err="1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해봐야할듯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endParaRPr lang="en-US" altLang="ko-KR" dirty="0">
              <a:solidFill>
                <a:srgbClr val="C00000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800100" lvl="1" indent="-342900">
              <a:buAutoNum type="arabicPeriod"/>
            </a:pP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실행 로드맵 </a:t>
            </a:r>
            <a:r>
              <a:rPr lang="en-US" altLang="ko-KR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: </a:t>
            </a:r>
            <a:r>
              <a:rPr lang="ko-KR" altLang="en-US" dirty="0">
                <a:solidFill>
                  <a:srgbClr val="C000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세부 일정 정리 필요</a:t>
            </a:r>
            <a:endParaRPr lang="en-US" altLang="ko-KR" dirty="0">
              <a:solidFill>
                <a:srgbClr val="C00000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800100" lvl="1" indent="-342900">
              <a:buAutoNum type="arabicPeriod"/>
            </a:pP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데이터 수집 목록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/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데이터 정리 내용 구조화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(</a:t>
            </a:r>
            <a:r>
              <a:rPr lang="ko-KR" altLang="en-US" dirty="0" err="1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전처리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모델 구성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세부 요소들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)</a:t>
            </a:r>
          </a:p>
          <a:p>
            <a:pPr lvl="1"/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&lt;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데이터 수집 목록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_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예시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&gt;</a:t>
            </a:r>
          </a:p>
          <a:p>
            <a:pPr marL="800100" lvl="1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이미지 데이터 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800100" lvl="1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라벨 데이터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800100" lvl="1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텍스트 데이터 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lvl="1"/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--------------</a:t>
            </a:r>
          </a:p>
          <a:p>
            <a:pPr lvl="1"/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&lt;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데이터 </a:t>
            </a:r>
            <a:r>
              <a:rPr lang="ko-KR" altLang="en-US" dirty="0" err="1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전처리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및 정리 내용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&gt;</a:t>
            </a:r>
          </a:p>
          <a:p>
            <a:pPr marL="800100" lvl="1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이미지 리사이징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정규화 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800100" lvl="1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텍스트 정리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, </a:t>
            </a:r>
            <a:r>
              <a:rPr lang="ko-KR" altLang="en-US" dirty="0" err="1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시게열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정리 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800100" lvl="1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분류형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구분 등 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전체 데이터 분석 과정 구조화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체계화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)</a:t>
            </a:r>
          </a:p>
          <a:p>
            <a:pPr marL="342900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각 </a:t>
            </a:r>
            <a:r>
              <a:rPr lang="ko-KR" altLang="en-US" dirty="0" err="1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모델별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기본 구조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각 </a:t>
            </a:r>
            <a:r>
              <a:rPr lang="ko-KR" altLang="en-US" dirty="0" err="1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모델별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세부 구성 및 진행과정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모델 연결 및 통합 시나리오 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 </a:t>
            </a: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연결 구조 설명</a:t>
            </a:r>
            <a:r>
              <a:rPr lang="en-US" altLang="ko-KR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) </a:t>
            </a:r>
          </a:p>
          <a:p>
            <a:pPr marL="342900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재료 예측 및 시계열 트렌드 분석 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성능 평가 및 시사점 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한계점 및 향후 과제 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342900" indent="-342900">
              <a:buAutoNum type="arabicPeriod"/>
            </a:pPr>
            <a:r>
              <a:rPr lang="ko-KR" altLang="en-US" dirty="0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참고 자료 및 사용데이터 </a:t>
            </a:r>
            <a:r>
              <a:rPr lang="ko-KR" altLang="en-US" dirty="0" err="1">
                <a:solidFill>
                  <a:srgbClr val="2A2A2A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출저</a:t>
            </a: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342900" indent="-342900">
              <a:buAutoNum type="arabicPeriod"/>
            </a:pPr>
            <a:endParaRPr lang="en-US" altLang="ko-KR" dirty="0">
              <a:solidFill>
                <a:srgbClr val="2A2A2A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  <a:p>
            <a:pPr marL="342900" indent="-342900">
              <a:buAutoNum type="arabicPeriod"/>
            </a:pPr>
            <a:endParaRPr lang="ko-KR" altLang="en-US" dirty="0">
              <a:solidFill>
                <a:schemeClr val="tx1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853499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129</TotalTime>
  <Words>718</Words>
  <Application>Microsoft Office PowerPoint</Application>
  <PresentationFormat>사용자 지정</PresentationFormat>
  <Paragraphs>85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2" baseType="lpstr">
      <vt:lpstr>SB 어그로 Bold</vt:lpstr>
      <vt:lpstr>맑은 고딕</vt:lpstr>
      <vt:lpstr>에스코어 드림 4 Regular</vt:lpstr>
      <vt:lpstr>에스코어 드림 7 ExtraBold</vt:lpstr>
      <vt:lpstr>Aptos</vt:lpstr>
      <vt:lpstr>Aptos Display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미 성</dc:creator>
  <cp:lastModifiedBy>미 성</cp:lastModifiedBy>
  <cp:revision>5</cp:revision>
  <dcterms:created xsi:type="dcterms:W3CDTF">2025-07-05T12:58:14Z</dcterms:created>
  <dcterms:modified xsi:type="dcterms:W3CDTF">2025-07-08T12:36:06Z</dcterms:modified>
</cp:coreProperties>
</file>