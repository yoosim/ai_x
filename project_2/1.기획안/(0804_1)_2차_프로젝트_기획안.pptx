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0" r:id="rId4"/>
    <p:sldId id="271" r:id="rId5"/>
    <p:sldId id="272" r:id="rId6"/>
    <p:sldId id="273" r:id="rId7"/>
    <p:sldId id="275" r:id="rId8"/>
    <p:sldId id="260" r:id="rId9"/>
    <p:sldId id="27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D3D3D3"/>
    <a:srgbClr val="6A4C93"/>
    <a:srgbClr val="262122"/>
    <a:srgbClr val="B00020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500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8925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26885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1133991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 dirty="0" err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팀명</a:t>
            </a:r>
            <a:r>
              <a:rPr lang="ko-KR" altLang="en-US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482776"/>
            <a:ext cx="3829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팀 프로젝트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소개글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우리팀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프로젝트가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굳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~~~~~)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6267450" cy="1119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팀 프로젝트 이름 </a:t>
            </a:r>
            <a:r>
              <a:rPr lang="en-US" altLang="ko-KR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로고형태</a:t>
            </a:r>
            <a:r>
              <a:rPr lang="en-US" altLang="ko-KR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4400" dirty="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400" y="2719849"/>
            <a:ext cx="45529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요약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있어야 할까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? )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스마트 보험 가입으로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~~~~~~~ </a:t>
            </a:r>
            <a:r>
              <a:rPr lang="ko-KR" altLang="en-US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룰루랄라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3839447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팀원 </a:t>
            </a: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DA68F1F-7135-15C3-13AD-93E22973C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96A74-0134-2C0E-B8C9-229A7E3D18EC}"/>
              </a:ext>
            </a:extLst>
          </p:cNvPr>
          <p:cNvSpPr/>
          <p:nvPr/>
        </p:nvSpPr>
        <p:spPr>
          <a:xfrm>
            <a:off x="473262" y="627752"/>
            <a:ext cx="2226365" cy="861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index</a:t>
            </a:r>
            <a:endParaRPr lang="ko-KR" altLang="en-US" sz="6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4CA3995-FC6F-2A92-0E9B-5F6CEA2E6E07}"/>
              </a:ext>
            </a:extLst>
          </p:cNvPr>
          <p:cNvGrpSpPr/>
          <p:nvPr/>
        </p:nvGrpSpPr>
        <p:grpSpPr>
          <a:xfrm>
            <a:off x="-819150" y="1850194"/>
            <a:ext cx="6183292" cy="2074106"/>
            <a:chOff x="-819150" y="1850194"/>
            <a:chExt cx="6183292" cy="20741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998BBB-032C-EC79-B240-1B6CD5137C67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6B5A482-965D-132A-5550-F95FA2EEE114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C8A6C3-2B78-C3B4-0339-A566BCCE1FB1}"/>
                </a:ext>
              </a:extLst>
            </p:cNvPr>
            <p:cNvSpPr/>
            <p:nvPr/>
          </p:nvSpPr>
          <p:spPr>
            <a:xfrm>
              <a:off x="3137777" y="2154213"/>
              <a:ext cx="2226365" cy="1770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사이트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목적과 필요성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pic>
        <p:nvPicPr>
          <p:cNvPr id="17" name="그림 16" descr="스크린샷, 보라색, 마젠타, 바이올렛색이(가) 표시된 사진&#10;&#10;자동 생성된 설명">
            <a:extLst>
              <a:ext uri="{FF2B5EF4-FFF2-40B4-BE49-F238E27FC236}">
                <a16:creationId xmlns:a16="http://schemas.microsoft.com/office/drawing/2014/main" id="{4E1BE7C9-F2FA-9AB1-E6BC-E5A1577F2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15474" y="-697044"/>
            <a:ext cx="1714500" cy="4953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462FEA9-ABAC-9856-5FC6-CFB302C24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4012" y="106530"/>
            <a:ext cx="266700" cy="2286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9684683-D3A9-BCF2-297A-F3A4237D5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5881" y="624354"/>
            <a:ext cx="230438" cy="230438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FE567608-E500-D2DE-9B61-59B9BAEF4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825" y="2793664"/>
            <a:ext cx="231592" cy="23685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0AD9D1-D971-4EF7-AF6D-050A87487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14893" y="3554350"/>
            <a:ext cx="406400" cy="2667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8E7D3B6-51E8-6346-538F-909C667A6D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30019" y="810705"/>
            <a:ext cx="1066918" cy="728214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1628CCC-AD7C-01E9-5994-916163E8E6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172145" y="1744412"/>
            <a:ext cx="781050" cy="514350"/>
          </a:xfrm>
          <a:prstGeom prst="rect">
            <a:avLst/>
          </a:prstGeom>
        </p:spPr>
      </p:pic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1A3D6F52-5233-ABE4-2898-D7391C2F443F}"/>
              </a:ext>
            </a:extLst>
          </p:cNvPr>
          <p:cNvSpPr/>
          <p:nvPr/>
        </p:nvSpPr>
        <p:spPr>
          <a:xfrm>
            <a:off x="-3108493" y="4599239"/>
            <a:ext cx="2793206" cy="3484898"/>
          </a:xfrm>
          <a:prstGeom prst="roundRect">
            <a:avLst>
              <a:gd name="adj" fmla="val 3140"/>
            </a:avLst>
          </a:prstGeom>
          <a:solidFill>
            <a:schemeClr val="bg1"/>
          </a:solidFill>
          <a:ln>
            <a:noFill/>
          </a:ln>
          <a:effectLst>
            <a:outerShdw blurRad="762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70AEE005-60A3-15DB-0DB7-B6BD9CD06DF5}"/>
              </a:ext>
            </a:extLst>
          </p:cNvPr>
          <p:cNvSpPr/>
          <p:nvPr/>
        </p:nvSpPr>
        <p:spPr>
          <a:xfrm>
            <a:off x="-2937044" y="4770688"/>
            <a:ext cx="2457450" cy="3585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(</a:t>
            </a:r>
            <a:r>
              <a:rPr lang="ko-KR" altLang="en-US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더미 텍스트</a:t>
            </a:r>
            <a:r>
              <a:rPr lang="en-US" altLang="ko-KR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)</a:t>
            </a:r>
            <a:r>
              <a:rPr lang="ko-KR" altLang="en-US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8</a:t>
            </a:r>
            <a:r>
              <a:rPr lang="ko-KR" altLang="en-US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ExtraBold 12pt</a:t>
            </a:r>
            <a:endParaRPr lang="ko-KR" altLang="en-US" sz="1200" b="1" dirty="0">
              <a:solidFill>
                <a:schemeClr val="bg1"/>
              </a:solidFill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26" name="Rounded Rectangle 21">
            <a:extLst>
              <a:ext uri="{FF2B5EF4-FFF2-40B4-BE49-F238E27FC236}">
                <a16:creationId xmlns:a16="http://schemas.microsoft.com/office/drawing/2014/main" id="{7AB6F229-6DB7-C7C2-5F1C-6F4435C1B36E}"/>
              </a:ext>
            </a:extLst>
          </p:cNvPr>
          <p:cNvSpPr/>
          <p:nvPr/>
        </p:nvSpPr>
        <p:spPr>
          <a:xfrm>
            <a:off x="-2937044" y="6370888"/>
            <a:ext cx="2457450" cy="35851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(</a:t>
            </a:r>
            <a:r>
              <a:rPr lang="ko-KR" altLang="en-US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더미 </a:t>
            </a:r>
            <a:r>
              <a:rPr lang="ko-KR" altLang="en-US" sz="1200" b="1" dirty="0" err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텍스트</a:t>
            </a:r>
            <a:r>
              <a:rPr lang="en-US" altLang="ko-KR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)</a:t>
            </a:r>
            <a:r>
              <a:rPr lang="ko-KR" altLang="en-US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 </a:t>
            </a:r>
            <a:r>
              <a:rPr lang="en-US" altLang="ko-KR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8</a:t>
            </a:r>
            <a:r>
              <a:rPr lang="ko-KR" altLang="en-US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 </a:t>
            </a:r>
            <a:r>
              <a:rPr lang="en-US" altLang="ko-KR" sz="1200" b="1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</a:rPr>
              <a:t>ExtraBold 12pt</a:t>
            </a:r>
            <a:endParaRPr lang="ko-KR" altLang="en-US" sz="1200" b="1" dirty="0">
              <a:solidFill>
                <a:schemeClr val="bg1"/>
              </a:solidFill>
              <a:latin typeface="Freesentation 8 ExtraBold" pitchFamily="2" charset="-127"/>
              <a:ea typeface="Freesentation 8 ExtraBold" pitchFamily="2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8AE49A7-174C-CB22-0EAA-182FECC3AA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31637" y="4173882"/>
            <a:ext cx="7486650" cy="40957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F82FD60-092B-E25F-9AF9-808F89CBF46E}"/>
              </a:ext>
            </a:extLst>
          </p:cNvPr>
          <p:cNvSpPr/>
          <p:nvPr/>
        </p:nvSpPr>
        <p:spPr>
          <a:xfrm>
            <a:off x="12731637" y="2793664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주제 선정 및 배경</a:t>
            </a:r>
          </a:p>
        </p:txBody>
      </p: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사이트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8BEE2EF-07B6-88CD-B314-8282C715E79F}"/>
              </a:ext>
            </a:extLst>
          </p:cNvPr>
          <p:cNvGrpSpPr/>
          <p:nvPr/>
        </p:nvGrpSpPr>
        <p:grpSpPr>
          <a:xfrm>
            <a:off x="593783" y="1369060"/>
            <a:ext cx="5401609" cy="4803140"/>
            <a:chOff x="593783" y="1369060"/>
            <a:chExt cx="5401609" cy="480314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784" y="1916810"/>
              <a:ext cx="5401608" cy="4255390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072F093-05FE-85A5-88BA-B654C7A819FD}"/>
                </a:ext>
              </a:extLst>
            </p:cNvPr>
            <p:cNvGrpSpPr/>
            <p:nvPr/>
          </p:nvGrpSpPr>
          <p:grpSpPr>
            <a:xfrm>
              <a:off x="593783" y="1369060"/>
              <a:ext cx="3522244" cy="389445"/>
              <a:chOff x="408972" y="1295400"/>
              <a:chExt cx="3858228" cy="596900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53FA2C5-C842-7787-FEE5-2242F02B47AF}"/>
                  </a:ext>
                </a:extLst>
              </p:cNvPr>
              <p:cNvSpPr/>
              <p:nvPr/>
            </p:nvSpPr>
            <p:spPr>
              <a:xfrm>
                <a:off x="408972" y="1295400"/>
                <a:ext cx="3858228" cy="596900"/>
              </a:xfrm>
              <a:prstGeom prst="rect">
                <a:avLst/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4759A4-738C-78F0-C2F2-14D4C4E3F0A1}"/>
                  </a:ext>
                </a:extLst>
              </p:cNvPr>
              <p:cNvSpPr txBox="1"/>
              <p:nvPr/>
            </p:nvSpPr>
            <p:spPr>
              <a:xfrm>
                <a:off x="548673" y="1334399"/>
                <a:ext cx="3578828" cy="5189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60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손해보험협회 보험사별 약관 데이터 수집</a:t>
                </a: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AF89FC7-8D3B-B776-2C3A-AFEB7A46B405}"/>
              </a:ext>
            </a:extLst>
          </p:cNvPr>
          <p:cNvGrpSpPr/>
          <p:nvPr/>
        </p:nvGrpSpPr>
        <p:grpSpPr>
          <a:xfrm>
            <a:off x="6282251" y="1369060"/>
            <a:ext cx="5401609" cy="4803140"/>
            <a:chOff x="593783" y="1369060"/>
            <a:chExt cx="5401609" cy="480314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449AB28-6883-D3F3-7688-639D0FFC9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784" y="1916810"/>
              <a:ext cx="5401608" cy="425539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C3BA933-AAAA-2541-CE25-A24361B775AF}"/>
                </a:ext>
              </a:extLst>
            </p:cNvPr>
            <p:cNvGrpSpPr/>
            <p:nvPr/>
          </p:nvGrpSpPr>
          <p:grpSpPr>
            <a:xfrm>
              <a:off x="593783" y="1369060"/>
              <a:ext cx="3522244" cy="389445"/>
              <a:chOff x="408972" y="1295400"/>
              <a:chExt cx="3858228" cy="596900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1D01C97-AF0D-3994-08C3-D644989AC0A5}"/>
                  </a:ext>
                </a:extLst>
              </p:cNvPr>
              <p:cNvSpPr/>
              <p:nvPr/>
            </p:nvSpPr>
            <p:spPr>
              <a:xfrm>
                <a:off x="408972" y="1295400"/>
                <a:ext cx="3858228" cy="596900"/>
              </a:xfrm>
              <a:prstGeom prst="rect">
                <a:avLst/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68D3F3-7307-D406-851E-5548B5125A02}"/>
                  </a:ext>
                </a:extLst>
              </p:cNvPr>
              <p:cNvSpPr txBox="1"/>
              <p:nvPr/>
            </p:nvSpPr>
            <p:spPr>
              <a:xfrm>
                <a:off x="548673" y="1334399"/>
                <a:ext cx="3578828" cy="5189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ko-KR" altLang="en-US" sz="160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손해보험협회 보험사별 약관 데이터 수집</a:t>
                </a:r>
              </a:p>
            </p:txBody>
          </p:sp>
        </p:grp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375A66-FA09-9DC2-2721-B629DB61433C}"/>
              </a:ext>
            </a:extLst>
          </p:cNvPr>
          <p:cNvSpPr/>
          <p:nvPr/>
        </p:nvSpPr>
        <p:spPr>
          <a:xfrm>
            <a:off x="6221868" y="1394505"/>
            <a:ext cx="5401608" cy="4777695"/>
          </a:xfrm>
          <a:prstGeom prst="rect">
            <a:avLst/>
          </a:prstGeom>
          <a:solidFill>
            <a:srgbClr val="B000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뭐가 더 있을까요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</a:t>
            </a:r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CB2E-848B-D585-6532-D27F223D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7FB0A8-16E2-EAFF-1B98-082FBA0B66D7}"/>
              </a:ext>
            </a:extLst>
          </p:cNvPr>
          <p:cNvSpPr/>
          <p:nvPr/>
        </p:nvSpPr>
        <p:spPr>
          <a:xfrm>
            <a:off x="1905747" y="1684968"/>
            <a:ext cx="8151223" cy="4859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프로젝트 목적과 필요성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A0B4F17-05D4-3525-9EC2-EADE0BA56FB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12C74F5-B214-9E2B-73F3-DC26009C20FB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F5774B-CC92-43E9-8BA4-55FD3878552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FE17AB-FFF2-30E1-3DAC-E20A24AB2291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목적과 필요성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588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9" y="3598055"/>
            <a:ext cx="1656498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준비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전처리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가나다라마바사 아자아자힘내자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모델을 써볼까요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웹페이지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180095" y="2895273"/>
            <a:ext cx="1820271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4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9" y="3505722"/>
            <a:ext cx="1656498" cy="129266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준비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전처리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가나다라마바사 아자아자힘내자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모델을 써볼까요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웹페이지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174325" y="2895273"/>
            <a:ext cx="1820271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4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598055"/>
            <a:ext cx="1656498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준비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전처리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가나다라마바사 아자아자힘내자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모델을 써볼까요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웹페이지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185866" y="2895273"/>
            <a:ext cx="1820271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4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598055"/>
            <a:ext cx="1656498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준비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전처리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가나다라마바사 아자아자힘내자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모델을 써볼까요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웹페이지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191636" y="2895273"/>
            <a:ext cx="1820271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4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598055"/>
            <a:ext cx="1656498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준비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전처리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가나다라마바사 아자아자힘내자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모델을 써볼까요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웹페이지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] 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197405" y="2895273"/>
            <a:ext cx="1820271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4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298148"/>
              </p:ext>
            </p:extLst>
          </p:nvPr>
        </p:nvGraphicFramePr>
        <p:xfrm>
          <a:off x="304801" y="1271150"/>
          <a:ext cx="11582406" cy="4891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4" y="2111713"/>
            <a:ext cx="1523095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기능 확정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생성형챗봇</a:t>
              </a:r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만들기</a:t>
              </a: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142818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웹서비스 제작 및 시연</a:t>
              </a: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기술 구현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599672"/>
              </p:ext>
            </p:extLst>
          </p:nvPr>
        </p:nvGraphicFramePr>
        <p:xfrm>
          <a:off x="558801" y="1271150"/>
          <a:ext cx="11074399" cy="2545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Open Source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numpy==1.24.4, pandas==1.5.3, matplotib==3.6.3, 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seaborm=-.12.2, scipy=1.10.0, scikit-leaern=1.2.1, tensorflow==2.10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FrameWork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flask==2.2.3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517</Words>
  <Application>Microsoft Office PowerPoint</Application>
  <PresentationFormat>와이드스크린</PresentationFormat>
  <Paragraphs>160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프리젠테이션 5 Medium</vt:lpstr>
      <vt:lpstr>프리젠테이션 8 ExtraBold</vt:lpstr>
      <vt:lpstr>Arial</vt:lpstr>
      <vt:lpstr>Freesentation 8 ExtraBold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</cp:revision>
  <dcterms:created xsi:type="dcterms:W3CDTF">2025-07-31T07:13:26Z</dcterms:created>
  <dcterms:modified xsi:type="dcterms:W3CDTF">2025-08-04T04:17:19Z</dcterms:modified>
</cp:coreProperties>
</file>