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9" r:id="rId3"/>
    <p:sldId id="270" r:id="rId4"/>
    <p:sldId id="271" r:id="rId5"/>
    <p:sldId id="276" r:id="rId6"/>
    <p:sldId id="272" r:id="rId7"/>
    <p:sldId id="277" r:id="rId8"/>
    <p:sldId id="275" r:id="rId9"/>
    <p:sldId id="260" r:id="rId10"/>
    <p:sldId id="274" r:id="rId11"/>
    <p:sldId id="27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D3D3D3"/>
    <a:srgbClr val="B00020"/>
    <a:srgbClr val="6A4C93"/>
    <a:srgbClr val="262122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3828" y="174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E06-FB3C-4D01-947B-0172C099AC0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160FC-9A3C-48D0-89E5-2FC5FA707A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8925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26885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1133991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482776"/>
            <a:ext cx="3829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우리팀 프로젝트 최고에요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400" y="2719849"/>
            <a:ext cx="45529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스마트한 보험 가입으로 시간 단축 절약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3839446"/>
            <a:ext cx="6050280" cy="7858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팀원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</a:p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DA68F1F-7135-15C3-13AD-93E22973C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96A74-0134-2C0E-B8C9-229A7E3D18EC}"/>
              </a:ext>
            </a:extLst>
          </p:cNvPr>
          <p:cNvSpPr/>
          <p:nvPr/>
        </p:nvSpPr>
        <p:spPr>
          <a:xfrm>
            <a:off x="473262" y="627752"/>
            <a:ext cx="2226365" cy="861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index</a:t>
            </a:r>
            <a:endParaRPr lang="ko-KR" altLang="en-US" sz="6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4CA3995-FC6F-2A92-0E9B-5F6CEA2E6E07}"/>
              </a:ext>
            </a:extLst>
          </p:cNvPr>
          <p:cNvGrpSpPr/>
          <p:nvPr/>
        </p:nvGrpSpPr>
        <p:grpSpPr>
          <a:xfrm>
            <a:off x="-819150" y="1850194"/>
            <a:ext cx="6714766" cy="3331406"/>
            <a:chOff x="-819150" y="1850194"/>
            <a:chExt cx="6714766" cy="33314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998BBB-032C-EC79-B240-1B6CD5137C67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6B5A482-965D-132A-5550-F95FA2EEE114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C8A6C3-2B78-C3B4-0339-A566BCCE1FB1}"/>
                </a:ext>
              </a:extLst>
            </p:cNvPr>
            <p:cNvSpPr/>
            <p:nvPr/>
          </p:nvSpPr>
          <p:spPr>
            <a:xfrm>
              <a:off x="3137777" y="2154213"/>
              <a:ext cx="2757839" cy="3027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7.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주요 기능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8.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9.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(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안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)</a:t>
              </a: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10.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기대효과 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&amp;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향후 발전 방향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endParaRPr lang="ko-KR" altLang="en-US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7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53ABEC7-2B73-46A5-D7E9-CA1D1DA41E51}"/>
              </a:ext>
            </a:extLst>
          </p:cNvPr>
          <p:cNvSpPr txBox="1"/>
          <p:nvPr/>
        </p:nvSpPr>
        <p:spPr>
          <a:xfrm>
            <a:off x="9031478" y="-5390488"/>
            <a:ext cx="4721566" cy="472156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7904279"/>
              </a:avLst>
            </a:prstTxWarp>
            <a:spAutoFit/>
          </a:bodyPr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융합 시스템 구현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54BC57EA-6411-4B78-1106-647BC317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72" y="-3488860"/>
            <a:ext cx="31051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48FD-9418-298E-7B11-F957B137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352D3B0-5265-D8B6-813C-491FD31D2FE9}"/>
              </a:ext>
            </a:extLst>
          </p:cNvPr>
          <p:cNvGraphicFramePr>
            <a:graphicFrameLocks noGrp="1"/>
          </p:cNvGraphicFramePr>
          <p:nvPr/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272E2C11-8645-4274-703C-8021B1A0134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3452C5E-2035-2112-F9C1-F773A0C451B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F2267E-A2FF-D139-B123-8210CC32528E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707923-4D84-3BA8-C64D-9154C196CD3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C977C9C4-E8AB-DE3E-EDC1-DFCB6C69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72" y="-3488860"/>
            <a:ext cx="31051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9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881</Words>
  <Application>Microsoft Office PowerPoint</Application>
  <PresentationFormat>와이드스크린</PresentationFormat>
  <Paragraphs>271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Freesentation 8 ExtraBold</vt:lpstr>
      <vt:lpstr>맑은 고딕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50</cp:revision>
  <dcterms:created xsi:type="dcterms:W3CDTF">2025-07-31T07:13:26Z</dcterms:created>
  <dcterms:modified xsi:type="dcterms:W3CDTF">2025-08-04T07:07:33Z</dcterms:modified>
</cp:coreProperties>
</file>