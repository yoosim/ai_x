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9" r:id="rId2"/>
    <p:sldId id="270" r:id="rId3"/>
    <p:sldId id="282" r:id="rId4"/>
    <p:sldId id="271" r:id="rId5"/>
    <p:sldId id="276" r:id="rId6"/>
    <p:sldId id="272" r:id="rId7"/>
    <p:sldId id="277" r:id="rId8"/>
    <p:sldId id="275" r:id="rId9"/>
    <p:sldId id="260" r:id="rId10"/>
    <p:sldId id="274" r:id="rId11"/>
    <p:sldId id="278" r:id="rId12"/>
    <p:sldId id="279" r:id="rId13"/>
    <p:sldId id="280" r:id="rId14"/>
    <p:sldId id="281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20"/>
    <a:srgbClr val="262122"/>
    <a:srgbClr val="2D3142"/>
    <a:srgbClr val="D3D3D3"/>
    <a:srgbClr val="6A4C93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42" y="7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E06-FB3C-4D01-947B-0172C099AC0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160FC-9A3C-48D0-89E5-2FC5FA707A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DA68F1F-7135-15C3-13AD-93E22973C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96A74-0134-2C0E-B8C9-229A7E3D18EC}"/>
              </a:ext>
            </a:extLst>
          </p:cNvPr>
          <p:cNvSpPr/>
          <p:nvPr/>
        </p:nvSpPr>
        <p:spPr>
          <a:xfrm>
            <a:off x="473262" y="627752"/>
            <a:ext cx="2226365" cy="861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index</a:t>
            </a:r>
            <a:endParaRPr lang="ko-KR" altLang="en-US" sz="6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4CA3995-FC6F-2A92-0E9B-5F6CEA2E6E07}"/>
              </a:ext>
            </a:extLst>
          </p:cNvPr>
          <p:cNvGrpSpPr/>
          <p:nvPr/>
        </p:nvGrpSpPr>
        <p:grpSpPr>
          <a:xfrm>
            <a:off x="-819150" y="1850194"/>
            <a:ext cx="6714766" cy="3331406"/>
            <a:chOff x="-819150" y="1850194"/>
            <a:chExt cx="6714766" cy="33314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998BBB-032C-EC79-B240-1B6CD5137C67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6B5A482-965D-132A-5550-F95FA2EEE114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C8A6C3-2B78-C3B4-0339-A566BCCE1FB1}"/>
                </a:ext>
              </a:extLst>
            </p:cNvPr>
            <p:cNvSpPr/>
            <p:nvPr/>
          </p:nvSpPr>
          <p:spPr>
            <a:xfrm>
              <a:off x="3137777" y="2154213"/>
              <a:ext cx="2757839" cy="3027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1AF750-C0C9-42FA-D10C-BADEBD7C9061}"/>
              </a:ext>
            </a:extLst>
          </p:cNvPr>
          <p:cNvSpPr/>
          <p:nvPr/>
        </p:nvSpPr>
        <p:spPr>
          <a:xfrm>
            <a:off x="1605566" y="920839"/>
            <a:ext cx="8654603" cy="5203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제안배경</a:t>
            </a:r>
          </a:p>
        </p:txBody>
      </p:sp>
    </p:spTree>
    <p:extLst>
      <p:ext uri="{BB962C8B-B14F-4D97-AF65-F5344CB8AC3E}">
        <p14:creationId xmlns:p14="http://schemas.microsoft.com/office/powerpoint/2010/main" val="82878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8925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26885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1160</Words>
  <Application>Microsoft Office PowerPoint</Application>
  <PresentationFormat>와이드스크린</PresentationFormat>
  <Paragraphs>322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Freesentation 8 ExtraBold</vt:lpstr>
      <vt:lpstr>맑은 고딕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59</cp:revision>
  <dcterms:created xsi:type="dcterms:W3CDTF">2025-07-31T07:13:26Z</dcterms:created>
  <dcterms:modified xsi:type="dcterms:W3CDTF">2025-08-04T08:22:46Z</dcterms:modified>
</cp:coreProperties>
</file>